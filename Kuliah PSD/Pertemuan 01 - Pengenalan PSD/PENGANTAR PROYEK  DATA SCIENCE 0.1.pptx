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30" r:id="rId4"/>
    <p:sldId id="332" r:id="rId5"/>
    <p:sldId id="325" r:id="rId6"/>
    <p:sldId id="331" r:id="rId7"/>
    <p:sldId id="316" r:id="rId8"/>
    <p:sldId id="317" r:id="rId9"/>
    <p:sldId id="318" r:id="rId10"/>
    <p:sldId id="319" r:id="rId11"/>
    <p:sldId id="320" r:id="rId12"/>
    <p:sldId id="321" r:id="rId13"/>
    <p:sldId id="322" r:id="rId14"/>
    <p:sldId id="284" r:id="rId15"/>
    <p:sldId id="285" r:id="rId16"/>
    <p:sldId id="287" r:id="rId17"/>
    <p:sldId id="286" r:id="rId18"/>
    <p:sldId id="309" r:id="rId19"/>
    <p:sldId id="260" r:id="rId20"/>
    <p:sldId id="288" r:id="rId21"/>
    <p:sldId id="289" r:id="rId22"/>
    <p:sldId id="310" r:id="rId23"/>
    <p:sldId id="291" r:id="rId24"/>
    <p:sldId id="311" r:id="rId25"/>
    <p:sldId id="269" r:id="rId26"/>
    <p:sldId id="270" r:id="rId27"/>
    <p:sldId id="276" r:id="rId28"/>
    <p:sldId id="277" r:id="rId29"/>
    <p:sldId id="278" r:id="rId30"/>
    <p:sldId id="292" r:id="rId31"/>
    <p:sldId id="293" r:id="rId32"/>
    <p:sldId id="294" r:id="rId33"/>
    <p:sldId id="295" r:id="rId34"/>
    <p:sldId id="267" r:id="rId35"/>
    <p:sldId id="264" r:id="rId36"/>
    <p:sldId id="265" r:id="rId37"/>
    <p:sldId id="297" r:id="rId38"/>
    <p:sldId id="298" r:id="rId39"/>
    <p:sldId id="299" r:id="rId40"/>
    <p:sldId id="301" r:id="rId41"/>
    <p:sldId id="302" r:id="rId42"/>
    <p:sldId id="303" r:id="rId43"/>
    <p:sldId id="304" r:id="rId44"/>
    <p:sldId id="305" r:id="rId45"/>
    <p:sldId id="323" r:id="rId46"/>
    <p:sldId id="326" r:id="rId47"/>
    <p:sldId id="328" r:id="rId48"/>
    <p:sldId id="329" r:id="rId49"/>
    <p:sldId id="327" r:id="rId50"/>
    <p:sldId id="308"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80" d="100"/>
          <a:sy n="80" d="100"/>
        </p:scale>
        <p:origin x="880" y="-7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jpeg"/></Relationships>
</file>

<file path=ppt/diagrams/_rels/data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ata4.xml.rels><?xml version="1.0" encoding="UTF-8" standalone="yes"?>
<Relationships xmlns="http://schemas.openxmlformats.org/package/2006/relationships"><Relationship Id="rId1" Type="http://schemas.openxmlformats.org/officeDocument/2006/relationships/image" Target="../media/image9.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9.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C4D3C11-C6B3-4154-B35E-2A20839FCD9B}"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FA87D326-4A63-4B36-BC2D-C0FE01943401}">
      <dgm:prSet phldrT="[Text]" custT="1"/>
      <dgm:spPr/>
      <dgm:t>
        <a:bodyPr/>
        <a:lstStyle/>
        <a:p>
          <a:r>
            <a:rPr lang="en-US" sz="2400"/>
            <a:t>Mempelajari dan menganalisis data menggunakan alat dan teknik modern untuk menemukan pola yang tidak terlihat dan informasi  untuk membuat keputusan bisnis. </a:t>
          </a:r>
        </a:p>
      </dgm:t>
    </dgm:pt>
    <dgm:pt modelId="{02E6A57D-FD33-4739-83EE-13B6FF366F89}" cxnId="{165866F3-A661-45B1-BE27-08B8CE49078D}" type="parTrans">
      <dgm:prSet/>
      <dgm:spPr/>
      <dgm:t>
        <a:bodyPr/>
        <a:lstStyle/>
        <a:p>
          <a:endParaRPr lang="en-US"/>
        </a:p>
      </dgm:t>
    </dgm:pt>
    <dgm:pt modelId="{FA4DC854-D999-447D-A0B6-FE063F1CAC8A}" cxnId="{165866F3-A661-45B1-BE27-08B8CE49078D}" type="sibTrans">
      <dgm:prSet/>
      <dgm:spPr/>
      <dgm:t>
        <a:bodyPr/>
        <a:lstStyle/>
        <a:p>
          <a:endParaRPr lang="en-US"/>
        </a:p>
      </dgm:t>
    </dgm:pt>
    <dgm:pt modelId="{15A65EFD-7D8E-4D8B-B3BC-192139A47121}">
      <dgm:prSet phldrT="[Text]" custT="1"/>
      <dgm:spPr/>
      <dgm:t>
        <a:bodyPr/>
        <a:lstStyle/>
        <a:p>
          <a:r>
            <a:rPr lang="en-US" sz="2400"/>
            <a:t>Pada era digital dan big data saat sangat penting karena melimpahnya data yang tersedia. </a:t>
          </a:r>
          <a:r>
            <a:rPr lang="en-US" sz="3500"/>
            <a:t>(3V) </a:t>
          </a:r>
        </a:p>
      </dgm:t>
    </dgm:pt>
    <dgm:pt modelId="{74189343-2132-46F9-A854-FCE1001FB8AC}" cxnId="{3643448E-CF31-4E30-A219-CBFDF68ED294}" type="parTrans">
      <dgm:prSet/>
      <dgm:spPr/>
      <dgm:t>
        <a:bodyPr/>
        <a:lstStyle/>
        <a:p>
          <a:endParaRPr lang="en-US"/>
        </a:p>
      </dgm:t>
    </dgm:pt>
    <dgm:pt modelId="{AAA3FAFB-6F96-4508-818D-5DE219215E48}" cxnId="{3643448E-CF31-4E30-A219-CBFDF68ED294}" type="sibTrans">
      <dgm:prSet/>
      <dgm:spPr/>
      <dgm:t>
        <a:bodyPr/>
        <a:lstStyle/>
        <a:p>
          <a:endParaRPr lang="en-US"/>
        </a:p>
      </dgm:t>
    </dgm:pt>
    <dgm:pt modelId="{DF11067E-6FCE-4269-BD65-91A523514A3A}">
      <dgm:prSet phldrT="[Text]"/>
      <dgm:spPr/>
      <dgm:t>
        <a:bodyPr/>
        <a:lstStyle/>
        <a:p>
          <a:r>
            <a:rPr lang="en-US"/>
            <a:t>Memberikan informasi yang dapat menentukan keputusan penting dalam berbagai sektor industri (smarter decisions)</a:t>
          </a:r>
        </a:p>
      </dgm:t>
    </dgm:pt>
    <dgm:pt modelId="{B804F599-CFFD-4F21-94EB-F71C17B97F08}" cxnId="{8D694430-219D-4458-8DF7-DDCEE04E7AF7}" type="parTrans">
      <dgm:prSet/>
      <dgm:spPr/>
      <dgm:t>
        <a:bodyPr/>
        <a:lstStyle/>
        <a:p>
          <a:endParaRPr lang="en-US"/>
        </a:p>
      </dgm:t>
    </dgm:pt>
    <dgm:pt modelId="{5769E845-D752-4749-94C1-CE834A2BB008}" cxnId="{8D694430-219D-4458-8DF7-DDCEE04E7AF7}" type="sibTrans">
      <dgm:prSet/>
      <dgm:spPr/>
      <dgm:t>
        <a:bodyPr/>
        <a:lstStyle/>
        <a:p>
          <a:endParaRPr lang="en-US"/>
        </a:p>
      </dgm:t>
    </dgm:pt>
    <dgm:pt modelId="{AC01BDC9-C669-44B8-B2A1-107B1EA6C77D}" type="pres">
      <dgm:prSet presAssocID="{0C4D3C11-C6B3-4154-B35E-2A20839FCD9B}" presName="linear" presStyleCnt="0">
        <dgm:presLayoutVars>
          <dgm:dir/>
          <dgm:resizeHandles val="exact"/>
        </dgm:presLayoutVars>
      </dgm:prSet>
      <dgm:spPr/>
    </dgm:pt>
    <dgm:pt modelId="{ADE11897-4BF6-497F-A390-DC91126D0FD9}" type="pres">
      <dgm:prSet presAssocID="{FA87D326-4A63-4B36-BC2D-C0FE01943401}" presName="comp" presStyleCnt="0"/>
      <dgm:spPr/>
    </dgm:pt>
    <dgm:pt modelId="{FB1B2504-76AE-4933-B725-07B138FEF070}" type="pres">
      <dgm:prSet presAssocID="{FA87D326-4A63-4B36-BC2D-C0FE01943401}" presName="box" presStyleLbl="node1" presStyleIdx="0" presStyleCnt="3" custLinFactNeighborY="9590"/>
      <dgm:spPr/>
    </dgm:pt>
    <dgm:pt modelId="{58E99B42-A935-43E7-A7AC-2CE6946EB014}" type="pres">
      <dgm:prSet presAssocID="{FA87D326-4A63-4B36-BC2D-C0FE01943401}" presName="img" presStyleLbl="fgImgPlac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0000" b="-10000"/>
          </a:stretch>
        </a:blipFill>
      </dgm:spPr>
    </dgm:pt>
    <dgm:pt modelId="{F1B5CCA3-BCF9-47FC-96E4-735D98F42FE7}" type="pres">
      <dgm:prSet presAssocID="{FA87D326-4A63-4B36-BC2D-C0FE01943401}" presName="text" presStyleLbl="node1" presStyleIdx="0" presStyleCnt="3">
        <dgm:presLayoutVars>
          <dgm:bulletEnabled val="1"/>
        </dgm:presLayoutVars>
      </dgm:prSet>
      <dgm:spPr/>
    </dgm:pt>
    <dgm:pt modelId="{30A6E2FD-AFD1-4948-B8AF-08C8221DE251}" type="pres">
      <dgm:prSet presAssocID="{FA4DC854-D999-447D-A0B6-FE063F1CAC8A}" presName="spacer" presStyleCnt="0"/>
      <dgm:spPr/>
    </dgm:pt>
    <dgm:pt modelId="{7F157F38-6D84-411A-AE26-8356DCB54C70}" type="pres">
      <dgm:prSet presAssocID="{15A65EFD-7D8E-4D8B-B3BC-192139A47121}" presName="comp" presStyleCnt="0"/>
      <dgm:spPr/>
    </dgm:pt>
    <dgm:pt modelId="{6ABFB432-49CC-4CE2-AFDC-EDBA64890BDC}" type="pres">
      <dgm:prSet presAssocID="{15A65EFD-7D8E-4D8B-B3BC-192139A47121}" presName="box" presStyleLbl="node1" presStyleIdx="1" presStyleCnt="3"/>
      <dgm:spPr/>
    </dgm:pt>
    <dgm:pt modelId="{FF15CBC5-8288-4545-8DF1-879B82EB2869}" type="pres">
      <dgm:prSet presAssocID="{15A65EFD-7D8E-4D8B-B3BC-192139A47121}" presName="img" presStyleLbl="fgImgPlac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13000" r="-13000"/>
          </a:stretch>
        </a:blipFill>
      </dgm:spPr>
    </dgm:pt>
    <dgm:pt modelId="{24DD1127-6C20-49ED-AF0B-0EB1D23CEE52}" type="pres">
      <dgm:prSet presAssocID="{15A65EFD-7D8E-4D8B-B3BC-192139A47121}" presName="text" presStyleLbl="node1" presStyleIdx="1" presStyleCnt="3">
        <dgm:presLayoutVars>
          <dgm:bulletEnabled val="1"/>
        </dgm:presLayoutVars>
      </dgm:prSet>
      <dgm:spPr/>
    </dgm:pt>
    <dgm:pt modelId="{328CF048-469B-4337-A54B-9C5DDF0BCB41}" type="pres">
      <dgm:prSet presAssocID="{AAA3FAFB-6F96-4508-818D-5DE219215E48}" presName="spacer" presStyleCnt="0"/>
      <dgm:spPr/>
    </dgm:pt>
    <dgm:pt modelId="{A946AB31-E96E-450D-AD0E-B14DC357D44D}" type="pres">
      <dgm:prSet presAssocID="{DF11067E-6FCE-4269-BD65-91A523514A3A}" presName="comp" presStyleCnt="0"/>
      <dgm:spPr/>
    </dgm:pt>
    <dgm:pt modelId="{19CFE8F0-B576-40D0-91FD-C1942BDF2F83}" type="pres">
      <dgm:prSet presAssocID="{DF11067E-6FCE-4269-BD65-91A523514A3A}" presName="box" presStyleLbl="node1" presStyleIdx="2" presStyleCnt="3"/>
      <dgm:spPr/>
    </dgm:pt>
    <dgm:pt modelId="{A65FB281-95DF-4B71-82DF-08DE0F9CDC60}" type="pres">
      <dgm:prSet presAssocID="{DF11067E-6FCE-4269-BD65-91A523514A3A}" presName="img"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dgm:spPr>
    </dgm:pt>
    <dgm:pt modelId="{4572D726-AF81-4A65-93FE-EDCDC155C7FA}" type="pres">
      <dgm:prSet presAssocID="{DF11067E-6FCE-4269-BD65-91A523514A3A}" presName="text" presStyleLbl="node1" presStyleIdx="2" presStyleCnt="3">
        <dgm:presLayoutVars>
          <dgm:bulletEnabled val="1"/>
        </dgm:presLayoutVars>
      </dgm:prSet>
      <dgm:spPr/>
    </dgm:pt>
  </dgm:ptLst>
  <dgm:cxnLst>
    <dgm:cxn modelId="{E2940910-1F48-404B-A5EC-CCE66D9B1E3E}" type="presOf" srcId="{0C4D3C11-C6B3-4154-B35E-2A20839FCD9B}" destId="{AC01BDC9-C669-44B8-B2A1-107B1EA6C77D}" srcOrd="0" destOrd="0" presId="urn:microsoft.com/office/officeart/2005/8/layout/vList4"/>
    <dgm:cxn modelId="{8D694430-219D-4458-8DF7-DDCEE04E7AF7}" srcId="{0C4D3C11-C6B3-4154-B35E-2A20839FCD9B}" destId="{DF11067E-6FCE-4269-BD65-91A523514A3A}" srcOrd="2" destOrd="0" parTransId="{B804F599-CFFD-4F21-94EB-F71C17B97F08}" sibTransId="{5769E845-D752-4749-94C1-CE834A2BB008}"/>
    <dgm:cxn modelId="{99562545-F2AC-4713-99B3-B36A2399DFDE}" type="presOf" srcId="{DF11067E-6FCE-4269-BD65-91A523514A3A}" destId="{4572D726-AF81-4A65-93FE-EDCDC155C7FA}" srcOrd="1" destOrd="0" presId="urn:microsoft.com/office/officeart/2005/8/layout/vList4"/>
    <dgm:cxn modelId="{6DAA9B46-35E4-4B28-BB1A-044BA4193364}" type="presOf" srcId="{FA87D326-4A63-4B36-BC2D-C0FE01943401}" destId="{F1B5CCA3-BCF9-47FC-96E4-735D98F42FE7}" srcOrd="1" destOrd="0" presId="urn:microsoft.com/office/officeart/2005/8/layout/vList4"/>
    <dgm:cxn modelId="{B3EA7B71-3823-4FAD-B64B-7EDAB45C7A8F}" type="presOf" srcId="{15A65EFD-7D8E-4D8B-B3BC-192139A47121}" destId="{6ABFB432-49CC-4CE2-AFDC-EDBA64890BDC}" srcOrd="0" destOrd="0" presId="urn:microsoft.com/office/officeart/2005/8/layout/vList4"/>
    <dgm:cxn modelId="{D4040574-6C5A-48C9-B2F3-2999C7D3A142}" type="presOf" srcId="{FA87D326-4A63-4B36-BC2D-C0FE01943401}" destId="{FB1B2504-76AE-4933-B725-07B138FEF070}" srcOrd="0" destOrd="0" presId="urn:microsoft.com/office/officeart/2005/8/layout/vList4"/>
    <dgm:cxn modelId="{3643448E-CF31-4E30-A219-CBFDF68ED294}" srcId="{0C4D3C11-C6B3-4154-B35E-2A20839FCD9B}" destId="{15A65EFD-7D8E-4D8B-B3BC-192139A47121}" srcOrd="1" destOrd="0" parTransId="{74189343-2132-46F9-A854-FCE1001FB8AC}" sibTransId="{AAA3FAFB-6F96-4508-818D-5DE219215E48}"/>
    <dgm:cxn modelId="{BAFBD3A5-602E-433D-A042-5DB17FF4A12E}" type="presOf" srcId="{DF11067E-6FCE-4269-BD65-91A523514A3A}" destId="{19CFE8F0-B576-40D0-91FD-C1942BDF2F83}" srcOrd="0" destOrd="0" presId="urn:microsoft.com/office/officeart/2005/8/layout/vList4"/>
    <dgm:cxn modelId="{3086AEAB-DDC8-4D4F-B501-579C5E10169C}" type="presOf" srcId="{15A65EFD-7D8E-4D8B-B3BC-192139A47121}" destId="{24DD1127-6C20-49ED-AF0B-0EB1D23CEE52}" srcOrd="1" destOrd="0" presId="urn:microsoft.com/office/officeart/2005/8/layout/vList4"/>
    <dgm:cxn modelId="{165866F3-A661-45B1-BE27-08B8CE49078D}" srcId="{0C4D3C11-C6B3-4154-B35E-2A20839FCD9B}" destId="{FA87D326-4A63-4B36-BC2D-C0FE01943401}" srcOrd="0" destOrd="0" parTransId="{02E6A57D-FD33-4739-83EE-13B6FF366F89}" sibTransId="{FA4DC854-D999-447D-A0B6-FE063F1CAC8A}"/>
    <dgm:cxn modelId="{F4C149ED-674E-4F89-983D-A0292B7A42D0}" type="presParOf" srcId="{AC01BDC9-C669-44B8-B2A1-107B1EA6C77D}" destId="{ADE11897-4BF6-497F-A390-DC91126D0FD9}" srcOrd="0" destOrd="0" presId="urn:microsoft.com/office/officeart/2005/8/layout/vList4"/>
    <dgm:cxn modelId="{150EFC4E-5153-4F11-A341-426196DEE111}" type="presParOf" srcId="{ADE11897-4BF6-497F-A390-DC91126D0FD9}" destId="{FB1B2504-76AE-4933-B725-07B138FEF070}" srcOrd="0" destOrd="0" presId="urn:microsoft.com/office/officeart/2005/8/layout/vList4"/>
    <dgm:cxn modelId="{D642AA75-AEDC-474B-B3E9-DC6277CC8275}" type="presParOf" srcId="{ADE11897-4BF6-497F-A390-DC91126D0FD9}" destId="{58E99B42-A935-43E7-A7AC-2CE6946EB014}" srcOrd="1" destOrd="0" presId="urn:microsoft.com/office/officeart/2005/8/layout/vList4"/>
    <dgm:cxn modelId="{C87396FB-DC51-454E-8FEF-74CAB18B1198}" type="presParOf" srcId="{ADE11897-4BF6-497F-A390-DC91126D0FD9}" destId="{F1B5CCA3-BCF9-47FC-96E4-735D98F42FE7}" srcOrd="2" destOrd="0" presId="urn:microsoft.com/office/officeart/2005/8/layout/vList4"/>
    <dgm:cxn modelId="{68064F52-971B-42A5-996A-6A178E4D899B}" type="presParOf" srcId="{AC01BDC9-C669-44B8-B2A1-107B1EA6C77D}" destId="{30A6E2FD-AFD1-4948-B8AF-08C8221DE251}" srcOrd="1" destOrd="0" presId="urn:microsoft.com/office/officeart/2005/8/layout/vList4"/>
    <dgm:cxn modelId="{8D17D271-7CE1-4CFD-A825-6D3782A9B29B}" type="presParOf" srcId="{AC01BDC9-C669-44B8-B2A1-107B1EA6C77D}" destId="{7F157F38-6D84-411A-AE26-8356DCB54C70}" srcOrd="2" destOrd="0" presId="urn:microsoft.com/office/officeart/2005/8/layout/vList4"/>
    <dgm:cxn modelId="{6781757A-C68C-49DE-B482-AD5096D242B8}" type="presParOf" srcId="{7F157F38-6D84-411A-AE26-8356DCB54C70}" destId="{6ABFB432-49CC-4CE2-AFDC-EDBA64890BDC}" srcOrd="0" destOrd="0" presId="urn:microsoft.com/office/officeart/2005/8/layout/vList4"/>
    <dgm:cxn modelId="{E7379711-8862-4B29-982D-B1752D30EE4F}" type="presParOf" srcId="{7F157F38-6D84-411A-AE26-8356DCB54C70}" destId="{FF15CBC5-8288-4545-8DF1-879B82EB2869}" srcOrd="1" destOrd="0" presId="urn:microsoft.com/office/officeart/2005/8/layout/vList4"/>
    <dgm:cxn modelId="{18C9BA91-A6E8-4D74-A63E-38774691E634}" type="presParOf" srcId="{7F157F38-6D84-411A-AE26-8356DCB54C70}" destId="{24DD1127-6C20-49ED-AF0B-0EB1D23CEE52}" srcOrd="2" destOrd="0" presId="urn:microsoft.com/office/officeart/2005/8/layout/vList4"/>
    <dgm:cxn modelId="{B7522257-EBF7-4D4B-94A8-4AA38C4A6DDF}" type="presParOf" srcId="{AC01BDC9-C669-44B8-B2A1-107B1EA6C77D}" destId="{328CF048-469B-4337-A54B-9C5DDF0BCB41}" srcOrd="3" destOrd="0" presId="urn:microsoft.com/office/officeart/2005/8/layout/vList4"/>
    <dgm:cxn modelId="{5044352A-32D1-45BC-B76D-043967B8DF0F}" type="presParOf" srcId="{AC01BDC9-C669-44B8-B2A1-107B1EA6C77D}" destId="{A946AB31-E96E-450D-AD0E-B14DC357D44D}" srcOrd="4" destOrd="0" presId="urn:microsoft.com/office/officeart/2005/8/layout/vList4"/>
    <dgm:cxn modelId="{B294969B-91DF-453F-BA0C-B1236DB93121}" type="presParOf" srcId="{A946AB31-E96E-450D-AD0E-B14DC357D44D}" destId="{19CFE8F0-B576-40D0-91FD-C1942BDF2F83}" srcOrd="0" destOrd="0" presId="urn:microsoft.com/office/officeart/2005/8/layout/vList4"/>
    <dgm:cxn modelId="{B6538D8E-4654-48C9-9A05-15A111E21E66}" type="presParOf" srcId="{A946AB31-E96E-450D-AD0E-B14DC357D44D}" destId="{A65FB281-95DF-4B71-82DF-08DE0F9CDC60}" srcOrd="1" destOrd="0" presId="urn:microsoft.com/office/officeart/2005/8/layout/vList4"/>
    <dgm:cxn modelId="{30246E9B-1EAD-46BC-83D9-12E8DA4ED175}" type="presParOf" srcId="{A946AB31-E96E-450D-AD0E-B14DC357D44D}" destId="{4572D726-AF81-4A65-93FE-EDCDC155C7FA}" srcOrd="2" destOrd="0" presId="urn:microsoft.com/office/officeart/2005/8/layout/vList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E899BA-FBE2-4266-8D8C-C44985C4E84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C9B2AF3-388E-4CA9-9E33-379E42F3E2A1}">
      <dgm:prSet phldrT="[Text]" custT="1"/>
      <dgm:spPr/>
      <dgm:t>
        <a:bodyPr/>
        <a:lstStyle/>
        <a:p>
          <a:r>
            <a:rPr lang="en-US" sz="2800"/>
            <a:t>Membantu dalam membuat keputusan bisnis</a:t>
          </a:r>
        </a:p>
      </dgm:t>
    </dgm:pt>
    <dgm:pt modelId="{B2BB301C-4BE0-4297-B3D4-8DA18FB61CC9}" cxnId="{AE0D3DE3-6B56-4F83-85E0-DB31DC377334}" type="parTrans">
      <dgm:prSet/>
      <dgm:spPr/>
      <dgm:t>
        <a:bodyPr/>
        <a:lstStyle/>
        <a:p>
          <a:endParaRPr lang="en-US"/>
        </a:p>
      </dgm:t>
    </dgm:pt>
    <dgm:pt modelId="{656D42FE-3F9A-4DA5-A0FF-E680685E5782}" cxnId="{AE0D3DE3-6B56-4F83-85E0-DB31DC377334}" type="sibTrans">
      <dgm:prSet/>
      <dgm:spPr/>
      <dgm:t>
        <a:bodyPr/>
        <a:lstStyle/>
        <a:p>
          <a:endParaRPr lang="en-US"/>
        </a:p>
      </dgm:t>
    </dgm:pt>
    <dgm:pt modelId="{1757A3D5-D87B-4C14-9D5F-8D3BBADDFE55}">
      <dgm:prSet phldrT="[Text]" custT="1"/>
      <dgm:spPr/>
      <dgm:t>
        <a:bodyPr/>
        <a:lstStyle/>
        <a:p>
          <a:r>
            <a:rPr lang="en-US" sz="2800"/>
            <a:t>Memahami pelanggan dan pasar</a:t>
          </a:r>
          <a:endParaRPr lang="en-US" sz="2000"/>
        </a:p>
      </dgm:t>
    </dgm:pt>
    <dgm:pt modelId="{24DC5AB3-9671-4888-B873-4914E82E792F}" cxnId="{2A325BF0-23B8-462F-B39F-CEEC14C0D60A}" type="parTrans">
      <dgm:prSet/>
      <dgm:spPr/>
      <dgm:t>
        <a:bodyPr/>
        <a:lstStyle/>
        <a:p>
          <a:endParaRPr lang="en-US"/>
        </a:p>
      </dgm:t>
    </dgm:pt>
    <dgm:pt modelId="{38F7F88F-E780-4ACF-9A38-D1DC95187246}" cxnId="{2A325BF0-23B8-462F-B39F-CEEC14C0D60A}" type="sibTrans">
      <dgm:prSet/>
      <dgm:spPr/>
      <dgm:t>
        <a:bodyPr/>
        <a:lstStyle/>
        <a:p>
          <a:endParaRPr lang="en-US"/>
        </a:p>
      </dgm:t>
    </dgm:pt>
    <dgm:pt modelId="{DAFB7E9E-4677-480C-8033-0316F70E8126}">
      <dgm:prSet phldrT="[Text]" custT="1"/>
      <dgm:spPr/>
      <dgm:t>
        <a:bodyPr/>
        <a:lstStyle/>
        <a:p>
          <a:r>
            <a:rPr lang="en-US" sz="2800"/>
            <a:t>Meningkatkan layanan</a:t>
          </a:r>
        </a:p>
      </dgm:t>
    </dgm:pt>
    <dgm:pt modelId="{9C1F0F16-62F3-4D0E-8794-C82828D1FE5D}" cxnId="{CCD0BCAE-2793-4782-BDDC-F3DA2B8255FD}" type="parTrans">
      <dgm:prSet/>
      <dgm:spPr/>
      <dgm:t>
        <a:bodyPr/>
        <a:lstStyle/>
        <a:p>
          <a:endParaRPr lang="en-US"/>
        </a:p>
      </dgm:t>
    </dgm:pt>
    <dgm:pt modelId="{276206D1-042C-43DE-9B39-0CE9F20DF00C}" cxnId="{CCD0BCAE-2793-4782-BDDC-F3DA2B8255FD}" type="sibTrans">
      <dgm:prSet/>
      <dgm:spPr/>
      <dgm:t>
        <a:bodyPr/>
        <a:lstStyle/>
        <a:p>
          <a:endParaRPr lang="en-US"/>
        </a:p>
      </dgm:t>
    </dgm:pt>
    <dgm:pt modelId="{8DF0BEAA-8942-4FAA-B505-974DA9B68714}">
      <dgm:prSet custT="1"/>
      <dgm:spPr/>
      <dgm:t>
        <a:bodyPr/>
        <a:lstStyle/>
        <a:p>
          <a:r>
            <a:rPr lang="en-US" sz="2800"/>
            <a:t>Memperbaiki proses bisnis</a:t>
          </a:r>
        </a:p>
      </dgm:t>
    </dgm:pt>
    <dgm:pt modelId="{A8F06CD3-C474-4CFC-958D-4613ABB6A87A}" cxnId="{2454060A-B203-4D4D-9ED1-B41F6DD9A095}" type="parTrans">
      <dgm:prSet/>
      <dgm:spPr/>
      <dgm:t>
        <a:bodyPr/>
        <a:lstStyle/>
        <a:p>
          <a:endParaRPr lang="en-US"/>
        </a:p>
      </dgm:t>
    </dgm:pt>
    <dgm:pt modelId="{78042AB0-B70B-4AC1-A496-68A9A0A776CA}" cxnId="{2454060A-B203-4D4D-9ED1-B41F6DD9A095}" type="sibTrans">
      <dgm:prSet/>
      <dgm:spPr/>
      <dgm:t>
        <a:bodyPr/>
        <a:lstStyle/>
        <a:p>
          <a:endParaRPr lang="en-US"/>
        </a:p>
      </dgm:t>
    </dgm:pt>
    <dgm:pt modelId="{ED2D157C-2ECA-474B-AAA2-922A6BE2F607}">
      <dgm:prSet custT="1"/>
      <dgm:spPr/>
      <dgm:t>
        <a:bodyPr/>
        <a:lstStyle/>
        <a:p>
          <a:r>
            <a:rPr lang="en-US" sz="2800"/>
            <a:t>Memperbaiki kualitas produk</a:t>
          </a:r>
        </a:p>
      </dgm:t>
    </dgm:pt>
    <dgm:pt modelId="{8F405E21-3374-4262-9EE5-269B99AFDA57}" cxnId="{008E1394-2231-4534-8B17-9776C8E80753}" type="parTrans">
      <dgm:prSet/>
      <dgm:spPr/>
      <dgm:t>
        <a:bodyPr/>
        <a:lstStyle/>
        <a:p>
          <a:endParaRPr lang="en-US"/>
        </a:p>
      </dgm:t>
    </dgm:pt>
    <dgm:pt modelId="{A3C92FC0-9B4B-43A5-99F2-02D5016DB0FB}" cxnId="{008E1394-2231-4534-8B17-9776C8E80753}" type="sibTrans">
      <dgm:prSet/>
      <dgm:spPr/>
      <dgm:t>
        <a:bodyPr/>
        <a:lstStyle/>
        <a:p>
          <a:endParaRPr lang="en-US"/>
        </a:p>
      </dgm:t>
    </dgm:pt>
    <dgm:pt modelId="{456E1F72-37F6-4CD9-8B72-A29364FFDA79}">
      <dgm:prSet custT="1"/>
      <dgm:spPr/>
      <dgm:t>
        <a:bodyPr/>
        <a:lstStyle/>
        <a:p>
          <a:r>
            <a:rPr lang="en-US" sz="2800"/>
            <a:t>Membuat nilai tambah (revenue) dari data</a:t>
          </a:r>
        </a:p>
      </dgm:t>
    </dgm:pt>
    <dgm:pt modelId="{90CBCB01-6142-4DFD-9A09-0E26ACF67693}" cxnId="{07C85427-5874-4D70-868E-FAE7CFA98CE7}" type="parTrans">
      <dgm:prSet/>
      <dgm:spPr/>
      <dgm:t>
        <a:bodyPr/>
        <a:lstStyle/>
        <a:p>
          <a:endParaRPr lang="en-US"/>
        </a:p>
      </dgm:t>
    </dgm:pt>
    <dgm:pt modelId="{F18A2837-0B4A-4718-B5EB-CFC422A781C2}" cxnId="{07C85427-5874-4D70-868E-FAE7CFA98CE7}" type="sibTrans">
      <dgm:prSet/>
      <dgm:spPr/>
      <dgm:t>
        <a:bodyPr/>
        <a:lstStyle/>
        <a:p>
          <a:endParaRPr lang="en-US"/>
        </a:p>
      </dgm:t>
    </dgm:pt>
    <dgm:pt modelId="{CBBBA7A7-A490-4040-A740-C9FB29DDC8A8}" type="pres">
      <dgm:prSet presAssocID="{DDE899BA-FBE2-4266-8D8C-C44985C4E845}" presName="linear" presStyleCnt="0">
        <dgm:presLayoutVars>
          <dgm:dir/>
          <dgm:animLvl val="lvl"/>
          <dgm:resizeHandles val="exact"/>
        </dgm:presLayoutVars>
      </dgm:prSet>
      <dgm:spPr/>
    </dgm:pt>
    <dgm:pt modelId="{7659CED1-91CC-490B-8A18-D347136C77CA}" type="pres">
      <dgm:prSet presAssocID="{BC9B2AF3-388E-4CA9-9E33-379E42F3E2A1}" presName="parentLin" presStyleCnt="0"/>
      <dgm:spPr/>
    </dgm:pt>
    <dgm:pt modelId="{DA811E7D-EFAA-477B-A604-0BEFD1FB5C0A}" type="pres">
      <dgm:prSet presAssocID="{BC9B2AF3-388E-4CA9-9E33-379E42F3E2A1}" presName="parentLeftMargin" presStyleLbl="node1" presStyleIdx="0" presStyleCnt="6"/>
      <dgm:spPr/>
    </dgm:pt>
    <dgm:pt modelId="{4DDC6039-7CE1-490A-920D-EE7938F67AB6}" type="pres">
      <dgm:prSet presAssocID="{BC9B2AF3-388E-4CA9-9E33-379E42F3E2A1}" presName="parentText" presStyleLbl="node1" presStyleIdx="0" presStyleCnt="6" custScaleX="142857">
        <dgm:presLayoutVars>
          <dgm:chMax val="0"/>
          <dgm:bulletEnabled val="1"/>
        </dgm:presLayoutVars>
      </dgm:prSet>
      <dgm:spPr/>
    </dgm:pt>
    <dgm:pt modelId="{4541A747-0056-4020-BC16-75D1654337F9}" type="pres">
      <dgm:prSet presAssocID="{BC9B2AF3-388E-4CA9-9E33-379E42F3E2A1}" presName="negativeSpace" presStyleCnt="0"/>
      <dgm:spPr/>
    </dgm:pt>
    <dgm:pt modelId="{C2784FF5-6D22-48FF-9BFC-269887915976}" type="pres">
      <dgm:prSet presAssocID="{BC9B2AF3-388E-4CA9-9E33-379E42F3E2A1}" presName="childText" presStyleLbl="conFgAcc1" presStyleIdx="0" presStyleCnt="6">
        <dgm:presLayoutVars>
          <dgm:bulletEnabled val="1"/>
        </dgm:presLayoutVars>
      </dgm:prSet>
      <dgm:spPr/>
    </dgm:pt>
    <dgm:pt modelId="{B11D498C-CE70-47CD-A411-87758EEC21C8}" type="pres">
      <dgm:prSet presAssocID="{656D42FE-3F9A-4DA5-A0FF-E680685E5782}" presName="spaceBetweenRectangles" presStyleCnt="0"/>
      <dgm:spPr/>
    </dgm:pt>
    <dgm:pt modelId="{912191F0-BB83-44BC-907B-2918D2315D7A}" type="pres">
      <dgm:prSet presAssocID="{1757A3D5-D87B-4C14-9D5F-8D3BBADDFE55}" presName="parentLin" presStyleCnt="0"/>
      <dgm:spPr/>
    </dgm:pt>
    <dgm:pt modelId="{DDDA0151-2088-4122-85C7-F4F731466091}" type="pres">
      <dgm:prSet presAssocID="{1757A3D5-D87B-4C14-9D5F-8D3BBADDFE55}" presName="parentLeftMargin" presStyleLbl="node1" presStyleIdx="0" presStyleCnt="6"/>
      <dgm:spPr/>
    </dgm:pt>
    <dgm:pt modelId="{F70A5365-5B4C-43AE-8407-FD9AA811838C}" type="pres">
      <dgm:prSet presAssocID="{1757A3D5-D87B-4C14-9D5F-8D3BBADDFE55}" presName="parentText" presStyleLbl="node1" presStyleIdx="1" presStyleCnt="6" custScaleX="129101">
        <dgm:presLayoutVars>
          <dgm:chMax val="0"/>
          <dgm:bulletEnabled val="1"/>
        </dgm:presLayoutVars>
      </dgm:prSet>
      <dgm:spPr/>
    </dgm:pt>
    <dgm:pt modelId="{DA015B86-EB40-4E6C-88BF-86F2BCD71795}" type="pres">
      <dgm:prSet presAssocID="{1757A3D5-D87B-4C14-9D5F-8D3BBADDFE55}" presName="negativeSpace" presStyleCnt="0"/>
      <dgm:spPr/>
    </dgm:pt>
    <dgm:pt modelId="{B151216B-800C-4A05-8A62-84B4CACDAE33}" type="pres">
      <dgm:prSet presAssocID="{1757A3D5-D87B-4C14-9D5F-8D3BBADDFE55}" presName="childText" presStyleLbl="conFgAcc1" presStyleIdx="1" presStyleCnt="6">
        <dgm:presLayoutVars>
          <dgm:bulletEnabled val="1"/>
        </dgm:presLayoutVars>
      </dgm:prSet>
      <dgm:spPr/>
    </dgm:pt>
    <dgm:pt modelId="{5DDE5038-1772-4663-B572-76B6BC02BDA8}" type="pres">
      <dgm:prSet presAssocID="{38F7F88F-E780-4ACF-9A38-D1DC95187246}" presName="spaceBetweenRectangles" presStyleCnt="0"/>
      <dgm:spPr/>
    </dgm:pt>
    <dgm:pt modelId="{2E78C3A4-DBF1-40EF-AFFD-B9B55CDE0B32}" type="pres">
      <dgm:prSet presAssocID="{ED2D157C-2ECA-474B-AAA2-922A6BE2F607}" presName="parentLin" presStyleCnt="0"/>
      <dgm:spPr/>
    </dgm:pt>
    <dgm:pt modelId="{8A971AF5-EDD1-4925-AC8E-A58942FCB7E9}" type="pres">
      <dgm:prSet presAssocID="{ED2D157C-2ECA-474B-AAA2-922A6BE2F607}" presName="parentLeftMargin" presStyleLbl="node1" presStyleIdx="1" presStyleCnt="6"/>
      <dgm:spPr/>
    </dgm:pt>
    <dgm:pt modelId="{39A0D196-1DA9-4147-9A8E-DB8A1AD10766}" type="pres">
      <dgm:prSet presAssocID="{ED2D157C-2ECA-474B-AAA2-922A6BE2F607}" presName="parentText" presStyleLbl="node1" presStyleIdx="2" presStyleCnt="6" custScaleX="123150">
        <dgm:presLayoutVars>
          <dgm:chMax val="0"/>
          <dgm:bulletEnabled val="1"/>
        </dgm:presLayoutVars>
      </dgm:prSet>
      <dgm:spPr/>
    </dgm:pt>
    <dgm:pt modelId="{21444463-0A89-47E0-A6C0-BD3ECDBE7B5F}" type="pres">
      <dgm:prSet presAssocID="{ED2D157C-2ECA-474B-AAA2-922A6BE2F607}" presName="negativeSpace" presStyleCnt="0"/>
      <dgm:spPr/>
    </dgm:pt>
    <dgm:pt modelId="{7F2DFD8A-217D-421F-9448-4B21677EDFCB}" type="pres">
      <dgm:prSet presAssocID="{ED2D157C-2ECA-474B-AAA2-922A6BE2F607}" presName="childText" presStyleLbl="conFgAcc1" presStyleIdx="2" presStyleCnt="6">
        <dgm:presLayoutVars>
          <dgm:bulletEnabled val="1"/>
        </dgm:presLayoutVars>
      </dgm:prSet>
      <dgm:spPr/>
    </dgm:pt>
    <dgm:pt modelId="{120467E9-AF95-4BDB-9D52-C05FA99858FD}" type="pres">
      <dgm:prSet presAssocID="{A3C92FC0-9B4B-43A5-99F2-02D5016DB0FB}" presName="spaceBetweenRectangles" presStyleCnt="0"/>
      <dgm:spPr/>
    </dgm:pt>
    <dgm:pt modelId="{DF243DDA-547D-40DD-98AC-9DDB85437CBF}" type="pres">
      <dgm:prSet presAssocID="{DAFB7E9E-4677-480C-8033-0316F70E8126}" presName="parentLin" presStyleCnt="0"/>
      <dgm:spPr/>
    </dgm:pt>
    <dgm:pt modelId="{96B441C7-7B02-4E4E-BB59-6D59D3F073AF}" type="pres">
      <dgm:prSet presAssocID="{DAFB7E9E-4677-480C-8033-0316F70E8126}" presName="parentLeftMargin" presStyleLbl="node1" presStyleIdx="2" presStyleCnt="6"/>
      <dgm:spPr/>
    </dgm:pt>
    <dgm:pt modelId="{E5957D8A-A04B-46EC-814C-E01D6D191F9E}" type="pres">
      <dgm:prSet presAssocID="{DAFB7E9E-4677-480C-8033-0316F70E8126}" presName="parentText" presStyleLbl="node1" presStyleIdx="3" presStyleCnt="6">
        <dgm:presLayoutVars>
          <dgm:chMax val="0"/>
          <dgm:bulletEnabled val="1"/>
        </dgm:presLayoutVars>
      </dgm:prSet>
      <dgm:spPr/>
    </dgm:pt>
    <dgm:pt modelId="{B978DA8B-E296-4CBF-824F-BCE47CE94EA6}" type="pres">
      <dgm:prSet presAssocID="{DAFB7E9E-4677-480C-8033-0316F70E8126}" presName="negativeSpace" presStyleCnt="0"/>
      <dgm:spPr/>
    </dgm:pt>
    <dgm:pt modelId="{765D84B0-23A0-4950-84D6-0D68ED93C84F}" type="pres">
      <dgm:prSet presAssocID="{DAFB7E9E-4677-480C-8033-0316F70E8126}" presName="childText" presStyleLbl="conFgAcc1" presStyleIdx="3" presStyleCnt="6">
        <dgm:presLayoutVars>
          <dgm:bulletEnabled val="1"/>
        </dgm:presLayoutVars>
      </dgm:prSet>
      <dgm:spPr/>
    </dgm:pt>
    <dgm:pt modelId="{459864A8-6E58-47DE-A12A-48FBBD63CDDE}" type="pres">
      <dgm:prSet presAssocID="{276206D1-042C-43DE-9B39-0CE9F20DF00C}" presName="spaceBetweenRectangles" presStyleCnt="0"/>
      <dgm:spPr/>
    </dgm:pt>
    <dgm:pt modelId="{CD097797-FF04-484C-9CF6-80157BE78388}" type="pres">
      <dgm:prSet presAssocID="{8DF0BEAA-8942-4FAA-B505-974DA9B68714}" presName="parentLin" presStyleCnt="0"/>
      <dgm:spPr/>
    </dgm:pt>
    <dgm:pt modelId="{98B5A384-C294-4FFE-8668-C01EE7FA1C66}" type="pres">
      <dgm:prSet presAssocID="{8DF0BEAA-8942-4FAA-B505-974DA9B68714}" presName="parentLeftMargin" presStyleLbl="node1" presStyleIdx="3" presStyleCnt="6"/>
      <dgm:spPr/>
    </dgm:pt>
    <dgm:pt modelId="{72703DAD-33F3-49A0-B378-885B8907206B}" type="pres">
      <dgm:prSet presAssocID="{8DF0BEAA-8942-4FAA-B505-974DA9B68714}" presName="parentText" presStyleLbl="node1" presStyleIdx="4" presStyleCnt="6">
        <dgm:presLayoutVars>
          <dgm:chMax val="0"/>
          <dgm:bulletEnabled val="1"/>
        </dgm:presLayoutVars>
      </dgm:prSet>
      <dgm:spPr/>
    </dgm:pt>
    <dgm:pt modelId="{5E44986C-4519-4A28-BDD3-1087EA3C1920}" type="pres">
      <dgm:prSet presAssocID="{8DF0BEAA-8942-4FAA-B505-974DA9B68714}" presName="negativeSpace" presStyleCnt="0"/>
      <dgm:spPr/>
    </dgm:pt>
    <dgm:pt modelId="{76C99BBA-9689-4C40-81AF-386B63997DAB}" type="pres">
      <dgm:prSet presAssocID="{8DF0BEAA-8942-4FAA-B505-974DA9B68714}" presName="childText" presStyleLbl="conFgAcc1" presStyleIdx="4" presStyleCnt="6">
        <dgm:presLayoutVars>
          <dgm:bulletEnabled val="1"/>
        </dgm:presLayoutVars>
      </dgm:prSet>
      <dgm:spPr/>
    </dgm:pt>
    <dgm:pt modelId="{C6360360-5876-47BC-AC0F-C08DCB7008A5}" type="pres">
      <dgm:prSet presAssocID="{78042AB0-B70B-4AC1-A496-68A9A0A776CA}" presName="spaceBetweenRectangles" presStyleCnt="0"/>
      <dgm:spPr/>
    </dgm:pt>
    <dgm:pt modelId="{7C88A0FA-D981-43DB-A7CD-9AD6B9214051}" type="pres">
      <dgm:prSet presAssocID="{456E1F72-37F6-4CD9-8B72-A29364FFDA79}" presName="parentLin" presStyleCnt="0"/>
      <dgm:spPr/>
    </dgm:pt>
    <dgm:pt modelId="{38BE78C0-AB0A-47E6-81C3-A7DE7D85C2ED}" type="pres">
      <dgm:prSet presAssocID="{456E1F72-37F6-4CD9-8B72-A29364FFDA79}" presName="parentLeftMargin" presStyleLbl="node1" presStyleIdx="4" presStyleCnt="6"/>
      <dgm:spPr/>
    </dgm:pt>
    <dgm:pt modelId="{19B7E7F2-6184-4999-9354-C9D640CC343C}" type="pres">
      <dgm:prSet presAssocID="{456E1F72-37F6-4CD9-8B72-A29364FFDA79}" presName="parentText" presStyleLbl="node1" presStyleIdx="5" presStyleCnt="6" custScaleX="142857">
        <dgm:presLayoutVars>
          <dgm:chMax val="0"/>
          <dgm:bulletEnabled val="1"/>
        </dgm:presLayoutVars>
      </dgm:prSet>
      <dgm:spPr/>
    </dgm:pt>
    <dgm:pt modelId="{53ABFE20-FE65-411A-AE59-80D321FDE047}" type="pres">
      <dgm:prSet presAssocID="{456E1F72-37F6-4CD9-8B72-A29364FFDA79}" presName="negativeSpace" presStyleCnt="0"/>
      <dgm:spPr/>
    </dgm:pt>
    <dgm:pt modelId="{5D1D6E28-8B18-4824-A170-1E151D4260F8}" type="pres">
      <dgm:prSet presAssocID="{456E1F72-37F6-4CD9-8B72-A29364FFDA79}" presName="childText" presStyleLbl="conFgAcc1" presStyleIdx="5" presStyleCnt="6">
        <dgm:presLayoutVars>
          <dgm:bulletEnabled val="1"/>
        </dgm:presLayoutVars>
      </dgm:prSet>
      <dgm:spPr/>
    </dgm:pt>
  </dgm:ptLst>
  <dgm:cxnLst>
    <dgm:cxn modelId="{2454060A-B203-4D4D-9ED1-B41F6DD9A095}" srcId="{DDE899BA-FBE2-4266-8D8C-C44985C4E845}" destId="{8DF0BEAA-8942-4FAA-B505-974DA9B68714}" srcOrd="4" destOrd="0" parTransId="{A8F06CD3-C474-4CFC-958D-4613ABB6A87A}" sibTransId="{78042AB0-B70B-4AC1-A496-68A9A0A776CA}"/>
    <dgm:cxn modelId="{35F8561B-AE2E-457F-925B-6A1C714D7CD9}" type="presOf" srcId="{8DF0BEAA-8942-4FAA-B505-974DA9B68714}" destId="{98B5A384-C294-4FFE-8668-C01EE7FA1C66}" srcOrd="0" destOrd="0" presId="urn:microsoft.com/office/officeart/2005/8/layout/list1"/>
    <dgm:cxn modelId="{07C85427-5874-4D70-868E-FAE7CFA98CE7}" srcId="{DDE899BA-FBE2-4266-8D8C-C44985C4E845}" destId="{456E1F72-37F6-4CD9-8B72-A29364FFDA79}" srcOrd="5" destOrd="0" parTransId="{90CBCB01-6142-4DFD-9A09-0E26ACF67693}" sibTransId="{F18A2837-0B4A-4718-B5EB-CFC422A781C2}"/>
    <dgm:cxn modelId="{179FF639-D25A-4C24-B1C0-118442330A76}" type="presOf" srcId="{1757A3D5-D87B-4C14-9D5F-8D3BBADDFE55}" destId="{DDDA0151-2088-4122-85C7-F4F731466091}" srcOrd="0" destOrd="0" presId="urn:microsoft.com/office/officeart/2005/8/layout/list1"/>
    <dgm:cxn modelId="{BCCCDF65-B05C-48EC-9AD9-5B72C0939E4F}" type="presOf" srcId="{DDE899BA-FBE2-4266-8D8C-C44985C4E845}" destId="{CBBBA7A7-A490-4040-A740-C9FB29DDC8A8}" srcOrd="0" destOrd="0" presId="urn:microsoft.com/office/officeart/2005/8/layout/list1"/>
    <dgm:cxn modelId="{D5A0D36F-5EFC-48DE-BAB1-DB5CFF24F1D2}" type="presOf" srcId="{ED2D157C-2ECA-474B-AAA2-922A6BE2F607}" destId="{39A0D196-1DA9-4147-9A8E-DB8A1AD10766}" srcOrd="1" destOrd="0" presId="urn:microsoft.com/office/officeart/2005/8/layout/list1"/>
    <dgm:cxn modelId="{EC0F5856-4FAE-4AF4-8FA6-2A6911DB140A}" type="presOf" srcId="{BC9B2AF3-388E-4CA9-9E33-379E42F3E2A1}" destId="{DA811E7D-EFAA-477B-A604-0BEFD1FB5C0A}" srcOrd="0" destOrd="0" presId="urn:microsoft.com/office/officeart/2005/8/layout/list1"/>
    <dgm:cxn modelId="{008E1394-2231-4534-8B17-9776C8E80753}" srcId="{DDE899BA-FBE2-4266-8D8C-C44985C4E845}" destId="{ED2D157C-2ECA-474B-AAA2-922A6BE2F607}" srcOrd="2" destOrd="0" parTransId="{8F405E21-3374-4262-9EE5-269B99AFDA57}" sibTransId="{A3C92FC0-9B4B-43A5-99F2-02D5016DB0FB}"/>
    <dgm:cxn modelId="{2A1E98A0-A825-4338-99B9-1972EF66AB78}" type="presOf" srcId="{8DF0BEAA-8942-4FAA-B505-974DA9B68714}" destId="{72703DAD-33F3-49A0-B378-885B8907206B}" srcOrd="1" destOrd="0" presId="urn:microsoft.com/office/officeart/2005/8/layout/list1"/>
    <dgm:cxn modelId="{49FB77A8-9AEC-4346-A26D-F3B76DF5881C}" type="presOf" srcId="{1757A3D5-D87B-4C14-9D5F-8D3BBADDFE55}" destId="{F70A5365-5B4C-43AE-8407-FD9AA811838C}" srcOrd="1" destOrd="0" presId="urn:microsoft.com/office/officeart/2005/8/layout/list1"/>
    <dgm:cxn modelId="{CCD0BCAE-2793-4782-BDDC-F3DA2B8255FD}" srcId="{DDE899BA-FBE2-4266-8D8C-C44985C4E845}" destId="{DAFB7E9E-4677-480C-8033-0316F70E8126}" srcOrd="3" destOrd="0" parTransId="{9C1F0F16-62F3-4D0E-8794-C82828D1FE5D}" sibTransId="{276206D1-042C-43DE-9B39-0CE9F20DF00C}"/>
    <dgm:cxn modelId="{E26724C1-8FBC-460F-AA5C-CC35F0BEF9D5}" type="presOf" srcId="{DAFB7E9E-4677-480C-8033-0316F70E8126}" destId="{E5957D8A-A04B-46EC-814C-E01D6D191F9E}" srcOrd="1" destOrd="0" presId="urn:microsoft.com/office/officeart/2005/8/layout/list1"/>
    <dgm:cxn modelId="{1E1D88D7-FD92-49D8-8BCA-C1FCAFA319C8}" type="presOf" srcId="{ED2D157C-2ECA-474B-AAA2-922A6BE2F607}" destId="{8A971AF5-EDD1-4925-AC8E-A58942FCB7E9}" srcOrd="0" destOrd="0" presId="urn:microsoft.com/office/officeart/2005/8/layout/list1"/>
    <dgm:cxn modelId="{A10F39E0-C4CA-4E31-A036-BC6D7BC4CE4A}" type="presOf" srcId="{DAFB7E9E-4677-480C-8033-0316F70E8126}" destId="{96B441C7-7B02-4E4E-BB59-6D59D3F073AF}" srcOrd="0" destOrd="0" presId="urn:microsoft.com/office/officeart/2005/8/layout/list1"/>
    <dgm:cxn modelId="{AE0D3DE3-6B56-4F83-85E0-DB31DC377334}" srcId="{DDE899BA-FBE2-4266-8D8C-C44985C4E845}" destId="{BC9B2AF3-388E-4CA9-9E33-379E42F3E2A1}" srcOrd="0" destOrd="0" parTransId="{B2BB301C-4BE0-4297-B3D4-8DA18FB61CC9}" sibTransId="{656D42FE-3F9A-4DA5-A0FF-E680685E5782}"/>
    <dgm:cxn modelId="{33D2C0E6-11B4-49F8-BE54-CD7A50742231}" type="presOf" srcId="{BC9B2AF3-388E-4CA9-9E33-379E42F3E2A1}" destId="{4DDC6039-7CE1-490A-920D-EE7938F67AB6}" srcOrd="1" destOrd="0" presId="urn:microsoft.com/office/officeart/2005/8/layout/list1"/>
    <dgm:cxn modelId="{A071FFE7-7F93-46B4-98BD-255386D2A5CF}" type="presOf" srcId="{456E1F72-37F6-4CD9-8B72-A29364FFDA79}" destId="{19B7E7F2-6184-4999-9354-C9D640CC343C}" srcOrd="1" destOrd="0" presId="urn:microsoft.com/office/officeart/2005/8/layout/list1"/>
    <dgm:cxn modelId="{2A325BF0-23B8-462F-B39F-CEEC14C0D60A}" srcId="{DDE899BA-FBE2-4266-8D8C-C44985C4E845}" destId="{1757A3D5-D87B-4C14-9D5F-8D3BBADDFE55}" srcOrd="1" destOrd="0" parTransId="{24DC5AB3-9671-4888-B873-4914E82E792F}" sibTransId="{38F7F88F-E780-4ACF-9A38-D1DC95187246}"/>
    <dgm:cxn modelId="{004B25F7-E334-4F1E-91F1-8C3B6E72371C}" type="presOf" srcId="{456E1F72-37F6-4CD9-8B72-A29364FFDA79}" destId="{38BE78C0-AB0A-47E6-81C3-A7DE7D85C2ED}" srcOrd="0" destOrd="0" presId="urn:microsoft.com/office/officeart/2005/8/layout/list1"/>
    <dgm:cxn modelId="{77DB5F8B-E890-45C5-BFE9-5A86E2832E99}" type="presParOf" srcId="{CBBBA7A7-A490-4040-A740-C9FB29DDC8A8}" destId="{7659CED1-91CC-490B-8A18-D347136C77CA}" srcOrd="0" destOrd="0" presId="urn:microsoft.com/office/officeart/2005/8/layout/list1"/>
    <dgm:cxn modelId="{33A8BD04-C0A5-45CB-B31A-F0AEA2E2CDDC}" type="presParOf" srcId="{7659CED1-91CC-490B-8A18-D347136C77CA}" destId="{DA811E7D-EFAA-477B-A604-0BEFD1FB5C0A}" srcOrd="0" destOrd="0" presId="urn:microsoft.com/office/officeart/2005/8/layout/list1"/>
    <dgm:cxn modelId="{D04B43DC-7622-4C6A-9174-8CC5715386A4}" type="presParOf" srcId="{7659CED1-91CC-490B-8A18-D347136C77CA}" destId="{4DDC6039-7CE1-490A-920D-EE7938F67AB6}" srcOrd="1" destOrd="0" presId="urn:microsoft.com/office/officeart/2005/8/layout/list1"/>
    <dgm:cxn modelId="{B2BE2A82-DD2A-42AF-BEA4-F2A2902745B1}" type="presParOf" srcId="{CBBBA7A7-A490-4040-A740-C9FB29DDC8A8}" destId="{4541A747-0056-4020-BC16-75D1654337F9}" srcOrd="1" destOrd="0" presId="urn:microsoft.com/office/officeart/2005/8/layout/list1"/>
    <dgm:cxn modelId="{3B7AA7D4-BA34-4025-A926-A333078D9D4F}" type="presParOf" srcId="{CBBBA7A7-A490-4040-A740-C9FB29DDC8A8}" destId="{C2784FF5-6D22-48FF-9BFC-269887915976}" srcOrd="2" destOrd="0" presId="urn:microsoft.com/office/officeart/2005/8/layout/list1"/>
    <dgm:cxn modelId="{58CC2014-FAE8-4C82-987D-5575F9382DA0}" type="presParOf" srcId="{CBBBA7A7-A490-4040-A740-C9FB29DDC8A8}" destId="{B11D498C-CE70-47CD-A411-87758EEC21C8}" srcOrd="3" destOrd="0" presId="urn:microsoft.com/office/officeart/2005/8/layout/list1"/>
    <dgm:cxn modelId="{68977F13-4008-411F-A059-0D1B44E4D950}" type="presParOf" srcId="{CBBBA7A7-A490-4040-A740-C9FB29DDC8A8}" destId="{912191F0-BB83-44BC-907B-2918D2315D7A}" srcOrd="4" destOrd="0" presId="urn:microsoft.com/office/officeart/2005/8/layout/list1"/>
    <dgm:cxn modelId="{0DC8D3CA-D757-4C3F-9C5C-578B0F34E4E4}" type="presParOf" srcId="{912191F0-BB83-44BC-907B-2918D2315D7A}" destId="{DDDA0151-2088-4122-85C7-F4F731466091}" srcOrd="0" destOrd="0" presId="urn:microsoft.com/office/officeart/2005/8/layout/list1"/>
    <dgm:cxn modelId="{DB2F0FF6-F841-4788-B2D3-F202AB3C9D02}" type="presParOf" srcId="{912191F0-BB83-44BC-907B-2918D2315D7A}" destId="{F70A5365-5B4C-43AE-8407-FD9AA811838C}" srcOrd="1" destOrd="0" presId="urn:microsoft.com/office/officeart/2005/8/layout/list1"/>
    <dgm:cxn modelId="{C88F6BFE-ADFB-4BE6-A0B3-5CBE1BC8F835}" type="presParOf" srcId="{CBBBA7A7-A490-4040-A740-C9FB29DDC8A8}" destId="{DA015B86-EB40-4E6C-88BF-86F2BCD71795}" srcOrd="5" destOrd="0" presId="urn:microsoft.com/office/officeart/2005/8/layout/list1"/>
    <dgm:cxn modelId="{28A03281-3DA7-4355-8C95-D95B050F9CEE}" type="presParOf" srcId="{CBBBA7A7-A490-4040-A740-C9FB29DDC8A8}" destId="{B151216B-800C-4A05-8A62-84B4CACDAE33}" srcOrd="6" destOrd="0" presId="urn:microsoft.com/office/officeart/2005/8/layout/list1"/>
    <dgm:cxn modelId="{6C0F014F-DA09-4C38-B390-554CBE34B414}" type="presParOf" srcId="{CBBBA7A7-A490-4040-A740-C9FB29DDC8A8}" destId="{5DDE5038-1772-4663-B572-76B6BC02BDA8}" srcOrd="7" destOrd="0" presId="urn:microsoft.com/office/officeart/2005/8/layout/list1"/>
    <dgm:cxn modelId="{94B2BA62-9DF1-418D-B17D-8D9A3CE458C6}" type="presParOf" srcId="{CBBBA7A7-A490-4040-A740-C9FB29DDC8A8}" destId="{2E78C3A4-DBF1-40EF-AFFD-B9B55CDE0B32}" srcOrd="8" destOrd="0" presId="urn:microsoft.com/office/officeart/2005/8/layout/list1"/>
    <dgm:cxn modelId="{B37195E9-9FBD-4CC5-A767-79925DE2E0D5}" type="presParOf" srcId="{2E78C3A4-DBF1-40EF-AFFD-B9B55CDE0B32}" destId="{8A971AF5-EDD1-4925-AC8E-A58942FCB7E9}" srcOrd="0" destOrd="0" presId="urn:microsoft.com/office/officeart/2005/8/layout/list1"/>
    <dgm:cxn modelId="{2AF19510-23D3-4AC9-BA6E-049D8DB92B76}" type="presParOf" srcId="{2E78C3A4-DBF1-40EF-AFFD-B9B55CDE0B32}" destId="{39A0D196-1DA9-4147-9A8E-DB8A1AD10766}" srcOrd="1" destOrd="0" presId="urn:microsoft.com/office/officeart/2005/8/layout/list1"/>
    <dgm:cxn modelId="{48BFDD54-9170-47DE-A864-CAFEA525E8DF}" type="presParOf" srcId="{CBBBA7A7-A490-4040-A740-C9FB29DDC8A8}" destId="{21444463-0A89-47E0-A6C0-BD3ECDBE7B5F}" srcOrd="9" destOrd="0" presId="urn:microsoft.com/office/officeart/2005/8/layout/list1"/>
    <dgm:cxn modelId="{FB9546A7-6B73-42AF-AABD-DDD79E7085C7}" type="presParOf" srcId="{CBBBA7A7-A490-4040-A740-C9FB29DDC8A8}" destId="{7F2DFD8A-217D-421F-9448-4B21677EDFCB}" srcOrd="10" destOrd="0" presId="urn:microsoft.com/office/officeart/2005/8/layout/list1"/>
    <dgm:cxn modelId="{71ABCC18-1D2D-44D7-B6A4-11056AFDECF3}" type="presParOf" srcId="{CBBBA7A7-A490-4040-A740-C9FB29DDC8A8}" destId="{120467E9-AF95-4BDB-9D52-C05FA99858FD}" srcOrd="11" destOrd="0" presId="urn:microsoft.com/office/officeart/2005/8/layout/list1"/>
    <dgm:cxn modelId="{F5B2C07F-1077-4F64-A7C7-6119A686F709}" type="presParOf" srcId="{CBBBA7A7-A490-4040-A740-C9FB29DDC8A8}" destId="{DF243DDA-547D-40DD-98AC-9DDB85437CBF}" srcOrd="12" destOrd="0" presId="urn:microsoft.com/office/officeart/2005/8/layout/list1"/>
    <dgm:cxn modelId="{4CDBEABE-217D-4F24-BBF0-4495C2F07C9D}" type="presParOf" srcId="{DF243DDA-547D-40DD-98AC-9DDB85437CBF}" destId="{96B441C7-7B02-4E4E-BB59-6D59D3F073AF}" srcOrd="0" destOrd="0" presId="urn:microsoft.com/office/officeart/2005/8/layout/list1"/>
    <dgm:cxn modelId="{B88F707C-C66E-4E8F-94D7-01D33394929C}" type="presParOf" srcId="{DF243DDA-547D-40DD-98AC-9DDB85437CBF}" destId="{E5957D8A-A04B-46EC-814C-E01D6D191F9E}" srcOrd="1" destOrd="0" presId="urn:microsoft.com/office/officeart/2005/8/layout/list1"/>
    <dgm:cxn modelId="{FEE4C67B-5E75-4AFD-A71C-F1FB7C99A48A}" type="presParOf" srcId="{CBBBA7A7-A490-4040-A740-C9FB29DDC8A8}" destId="{B978DA8B-E296-4CBF-824F-BCE47CE94EA6}" srcOrd="13" destOrd="0" presId="urn:microsoft.com/office/officeart/2005/8/layout/list1"/>
    <dgm:cxn modelId="{4622787E-C2CD-49CC-9E13-1466D8D028C7}" type="presParOf" srcId="{CBBBA7A7-A490-4040-A740-C9FB29DDC8A8}" destId="{765D84B0-23A0-4950-84D6-0D68ED93C84F}" srcOrd="14" destOrd="0" presId="urn:microsoft.com/office/officeart/2005/8/layout/list1"/>
    <dgm:cxn modelId="{171CA298-5F3A-4EE3-B9ED-03A2A0F1092C}" type="presParOf" srcId="{CBBBA7A7-A490-4040-A740-C9FB29DDC8A8}" destId="{459864A8-6E58-47DE-A12A-48FBBD63CDDE}" srcOrd="15" destOrd="0" presId="urn:microsoft.com/office/officeart/2005/8/layout/list1"/>
    <dgm:cxn modelId="{0BE7728E-EDE2-4292-9815-8DA5C4DC5C55}" type="presParOf" srcId="{CBBBA7A7-A490-4040-A740-C9FB29DDC8A8}" destId="{CD097797-FF04-484C-9CF6-80157BE78388}" srcOrd="16" destOrd="0" presId="urn:microsoft.com/office/officeart/2005/8/layout/list1"/>
    <dgm:cxn modelId="{023CD0AF-58DB-4DBD-908D-4CA3535D2595}" type="presParOf" srcId="{CD097797-FF04-484C-9CF6-80157BE78388}" destId="{98B5A384-C294-4FFE-8668-C01EE7FA1C66}" srcOrd="0" destOrd="0" presId="urn:microsoft.com/office/officeart/2005/8/layout/list1"/>
    <dgm:cxn modelId="{A79334C1-A8F0-40A4-8837-1AA29A93A3D3}" type="presParOf" srcId="{CD097797-FF04-484C-9CF6-80157BE78388}" destId="{72703DAD-33F3-49A0-B378-885B8907206B}" srcOrd="1" destOrd="0" presId="urn:microsoft.com/office/officeart/2005/8/layout/list1"/>
    <dgm:cxn modelId="{BB8187E0-60E8-4C7D-8523-682594985718}" type="presParOf" srcId="{CBBBA7A7-A490-4040-A740-C9FB29DDC8A8}" destId="{5E44986C-4519-4A28-BDD3-1087EA3C1920}" srcOrd="17" destOrd="0" presId="urn:microsoft.com/office/officeart/2005/8/layout/list1"/>
    <dgm:cxn modelId="{FF2EBC2F-CC49-47AF-A758-AB65ECC7EAD5}" type="presParOf" srcId="{CBBBA7A7-A490-4040-A740-C9FB29DDC8A8}" destId="{76C99BBA-9689-4C40-81AF-386B63997DAB}" srcOrd="18" destOrd="0" presId="urn:microsoft.com/office/officeart/2005/8/layout/list1"/>
    <dgm:cxn modelId="{C8292F6F-BBFD-48BB-A277-CCFBC653A408}" type="presParOf" srcId="{CBBBA7A7-A490-4040-A740-C9FB29DDC8A8}" destId="{C6360360-5876-47BC-AC0F-C08DCB7008A5}" srcOrd="19" destOrd="0" presId="urn:microsoft.com/office/officeart/2005/8/layout/list1"/>
    <dgm:cxn modelId="{65F44CBB-47E5-41AB-84B9-43F74B95852C}" type="presParOf" srcId="{CBBBA7A7-A490-4040-A740-C9FB29DDC8A8}" destId="{7C88A0FA-D981-43DB-A7CD-9AD6B9214051}" srcOrd="20" destOrd="0" presId="urn:microsoft.com/office/officeart/2005/8/layout/list1"/>
    <dgm:cxn modelId="{BF68E6CD-5108-498F-9B8C-3C71849B3ABD}" type="presParOf" srcId="{7C88A0FA-D981-43DB-A7CD-9AD6B9214051}" destId="{38BE78C0-AB0A-47E6-81C3-A7DE7D85C2ED}" srcOrd="0" destOrd="0" presId="urn:microsoft.com/office/officeart/2005/8/layout/list1"/>
    <dgm:cxn modelId="{39D9DB6E-D22A-4722-A4AA-DE7AB383CC6A}" type="presParOf" srcId="{7C88A0FA-D981-43DB-A7CD-9AD6B9214051}" destId="{19B7E7F2-6184-4999-9354-C9D640CC343C}" srcOrd="1" destOrd="0" presId="urn:microsoft.com/office/officeart/2005/8/layout/list1"/>
    <dgm:cxn modelId="{806DBC97-6B5C-48BA-805A-8E5DF2C5A013}" type="presParOf" srcId="{CBBBA7A7-A490-4040-A740-C9FB29DDC8A8}" destId="{53ABFE20-FE65-411A-AE59-80D321FDE047}" srcOrd="21" destOrd="0" presId="urn:microsoft.com/office/officeart/2005/8/layout/list1"/>
    <dgm:cxn modelId="{964F383E-2B89-43D1-B9B4-735646638F6D}" type="presParOf" srcId="{CBBBA7A7-A490-4040-A740-C9FB29DDC8A8}" destId="{5D1D6E28-8B18-4824-A170-1E151D4260F8}" srcOrd="22"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9BC241-C679-45E2-957B-3A831BE09837}" type="doc">
      <dgm:prSet loTypeId="urn:microsoft.com/office/officeart/2005/8/layout/hList7" loCatId="process" qsTypeId="urn:microsoft.com/office/officeart/2005/8/quickstyle/simple1" qsCatId="simple" csTypeId="urn:microsoft.com/office/officeart/2005/8/colors/accent1_2" csCatId="accent1" phldr="1"/>
      <dgm:spPr/>
    </dgm:pt>
    <dgm:pt modelId="{6A788DB5-C49D-40DB-9B9A-613108004CAE}">
      <dgm:prSet phldrT="[Text]"/>
      <dgm:spPr/>
      <dgm:t>
        <a:bodyPr/>
        <a:lstStyle/>
        <a:p>
          <a:r>
            <a:rPr lang="en-US"/>
            <a:t>Business Manager</a:t>
          </a:r>
        </a:p>
      </dgm:t>
    </dgm:pt>
    <dgm:pt modelId="{47E6719F-168E-47B0-8F9B-753826E8FC88}" cxnId="{887BB7F2-A399-4797-8D3E-42C936EEE579}" type="parTrans">
      <dgm:prSet/>
      <dgm:spPr/>
      <dgm:t>
        <a:bodyPr/>
        <a:lstStyle/>
        <a:p>
          <a:endParaRPr lang="en-US"/>
        </a:p>
      </dgm:t>
    </dgm:pt>
    <dgm:pt modelId="{C9CD702A-CBB9-4B41-A5BC-640AD7F91A02}" cxnId="{887BB7F2-A399-4797-8D3E-42C936EEE579}" type="sibTrans">
      <dgm:prSet/>
      <dgm:spPr/>
      <dgm:t>
        <a:bodyPr/>
        <a:lstStyle/>
        <a:p>
          <a:endParaRPr lang="en-US"/>
        </a:p>
      </dgm:t>
    </dgm:pt>
    <dgm:pt modelId="{B402CBF5-8B6D-4EB3-B7C5-110D05866769}">
      <dgm:prSet phldrT="[Text]"/>
      <dgm:spPr/>
      <dgm:t>
        <a:bodyPr/>
        <a:lstStyle/>
        <a:p>
          <a:r>
            <a:rPr lang="en-US"/>
            <a:t>IT Manger</a:t>
          </a:r>
        </a:p>
      </dgm:t>
    </dgm:pt>
    <dgm:pt modelId="{9984E567-A393-4979-B8E7-642963C12BED}" cxnId="{74BD9A2F-1A52-40E9-BF6A-3B8D9AFA017A}" type="parTrans">
      <dgm:prSet/>
      <dgm:spPr/>
      <dgm:t>
        <a:bodyPr/>
        <a:lstStyle/>
        <a:p>
          <a:endParaRPr lang="en-US"/>
        </a:p>
      </dgm:t>
    </dgm:pt>
    <dgm:pt modelId="{8CC863E6-D137-4225-B26B-5192A25373A7}" cxnId="{74BD9A2F-1A52-40E9-BF6A-3B8D9AFA017A}" type="sibTrans">
      <dgm:prSet/>
      <dgm:spPr/>
      <dgm:t>
        <a:bodyPr/>
        <a:lstStyle/>
        <a:p>
          <a:endParaRPr lang="en-US"/>
        </a:p>
      </dgm:t>
    </dgm:pt>
    <dgm:pt modelId="{73EF635D-403E-486B-BCD7-628B5F5D28C8}">
      <dgm:prSet phldrT="[Text]"/>
      <dgm:spPr/>
      <dgm:t>
        <a:bodyPr/>
        <a:lstStyle/>
        <a:p>
          <a:r>
            <a:rPr lang="en-US"/>
            <a:t>Data Science </a:t>
          </a:r>
        </a:p>
        <a:p>
          <a:r>
            <a:rPr lang="en-US"/>
            <a:t>Manager</a:t>
          </a:r>
        </a:p>
      </dgm:t>
    </dgm:pt>
    <dgm:pt modelId="{AD9054A4-C9FF-4952-94EE-96466FC63747}" cxnId="{E16128BE-19BD-4412-9EF2-954EBB0B29AA}" type="parTrans">
      <dgm:prSet/>
      <dgm:spPr/>
      <dgm:t>
        <a:bodyPr/>
        <a:lstStyle/>
        <a:p>
          <a:endParaRPr lang="en-US"/>
        </a:p>
      </dgm:t>
    </dgm:pt>
    <dgm:pt modelId="{BD21F01C-9832-4B5B-B3C5-9D04DC024CBB}" cxnId="{E16128BE-19BD-4412-9EF2-954EBB0B29AA}" type="sibTrans">
      <dgm:prSet/>
      <dgm:spPr/>
      <dgm:t>
        <a:bodyPr/>
        <a:lstStyle/>
        <a:p>
          <a:endParaRPr lang="en-US"/>
        </a:p>
      </dgm:t>
    </dgm:pt>
    <dgm:pt modelId="{5FE9B7ED-5DF9-4396-9BB3-AEA72D9CC61E}" type="pres">
      <dgm:prSet presAssocID="{999BC241-C679-45E2-957B-3A831BE09837}" presName="Name0" presStyleCnt="0">
        <dgm:presLayoutVars>
          <dgm:dir/>
          <dgm:resizeHandles val="exact"/>
        </dgm:presLayoutVars>
      </dgm:prSet>
      <dgm:spPr/>
    </dgm:pt>
    <dgm:pt modelId="{560215AB-1B56-45A2-8CF6-9FCEA45E1145}" type="pres">
      <dgm:prSet presAssocID="{999BC241-C679-45E2-957B-3A831BE09837}" presName="fgShape" presStyleLbl="fgShp" presStyleIdx="0" presStyleCnt="1"/>
      <dgm:spPr/>
    </dgm:pt>
    <dgm:pt modelId="{5AF6AAE3-574B-46E2-9E4B-2D43D6F8C42A}" type="pres">
      <dgm:prSet presAssocID="{999BC241-C679-45E2-957B-3A831BE09837}" presName="linComp" presStyleCnt="0"/>
      <dgm:spPr/>
    </dgm:pt>
    <dgm:pt modelId="{9FF1354C-E43C-4DA8-8BF7-9FE6256F42FA}" type="pres">
      <dgm:prSet presAssocID="{6A788DB5-C49D-40DB-9B9A-613108004CAE}" presName="compNode" presStyleCnt="0"/>
      <dgm:spPr/>
    </dgm:pt>
    <dgm:pt modelId="{F8DD6572-A3ED-4859-8CFD-9218004E74C6}" type="pres">
      <dgm:prSet presAssocID="{6A788DB5-C49D-40DB-9B9A-613108004CAE}" presName="bkgdShape" presStyleLbl="node1" presStyleIdx="0" presStyleCnt="3"/>
      <dgm:spPr/>
    </dgm:pt>
    <dgm:pt modelId="{1DCBDB52-A756-42A4-900E-D1D820D7D9F1}" type="pres">
      <dgm:prSet presAssocID="{6A788DB5-C49D-40DB-9B9A-613108004CAE}" presName="nodeTx" presStyleLbl="node1" presStyleIdx="0" presStyleCnt="3">
        <dgm:presLayoutVars>
          <dgm:bulletEnabled val="1"/>
        </dgm:presLayoutVars>
      </dgm:prSet>
      <dgm:spPr/>
    </dgm:pt>
    <dgm:pt modelId="{F6EBBCBE-A6B3-4CCC-8AC7-D67645044197}" type="pres">
      <dgm:prSet presAssocID="{6A788DB5-C49D-40DB-9B9A-613108004CAE}" presName="invisiNode" presStyleLbl="node1" presStyleIdx="0" presStyleCnt="3"/>
      <dgm:spPr/>
    </dgm:pt>
    <dgm:pt modelId="{9CF00EE6-38B8-45DD-A160-3F0264692200}" type="pres">
      <dgm:prSet presAssocID="{6A788DB5-C49D-40DB-9B9A-613108004CAE}" presName="imagNode"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pt>
    <dgm:pt modelId="{E7B7F43E-D1B7-4245-819D-6F090F2289B3}" type="pres">
      <dgm:prSet presAssocID="{C9CD702A-CBB9-4B41-A5BC-640AD7F91A02}" presName="sibTrans" presStyleLbl="sibTrans2D1" presStyleIdx="0" presStyleCnt="0"/>
      <dgm:spPr/>
    </dgm:pt>
    <dgm:pt modelId="{BCB4D1E5-E11B-4EF0-AEBF-FACEDCD44DA0}" type="pres">
      <dgm:prSet presAssocID="{B402CBF5-8B6D-4EB3-B7C5-110D05866769}" presName="compNode" presStyleCnt="0"/>
      <dgm:spPr/>
    </dgm:pt>
    <dgm:pt modelId="{D16F28CD-B58C-4345-A01F-19BC7BA3C6E8}" type="pres">
      <dgm:prSet presAssocID="{B402CBF5-8B6D-4EB3-B7C5-110D05866769}" presName="bkgdShape" presStyleLbl="node1" presStyleIdx="1" presStyleCnt="3"/>
      <dgm:spPr/>
    </dgm:pt>
    <dgm:pt modelId="{2A117881-BB23-4D5E-8DCC-D61F97D9E408}" type="pres">
      <dgm:prSet presAssocID="{B402CBF5-8B6D-4EB3-B7C5-110D05866769}" presName="nodeTx" presStyleLbl="node1" presStyleIdx="1" presStyleCnt="3">
        <dgm:presLayoutVars>
          <dgm:bulletEnabled val="1"/>
        </dgm:presLayoutVars>
      </dgm:prSet>
      <dgm:spPr/>
    </dgm:pt>
    <dgm:pt modelId="{A43EE492-7687-4985-AE5C-00C90AEE0CA2}" type="pres">
      <dgm:prSet presAssocID="{B402CBF5-8B6D-4EB3-B7C5-110D05866769}" presName="invisiNode" presStyleLbl="node1" presStyleIdx="1" presStyleCnt="3"/>
      <dgm:spPr/>
    </dgm:pt>
    <dgm:pt modelId="{B44B0F53-C202-49F0-B480-3133289BE548}" type="pres">
      <dgm:prSet presAssocID="{B402CBF5-8B6D-4EB3-B7C5-110D05866769}" presName="imagNode" presStyleLbl="fgImgPlac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17000" r="-17000"/>
          </a:stretch>
        </a:blipFill>
      </dgm:spPr>
    </dgm:pt>
    <dgm:pt modelId="{56800C8E-5E53-4CAF-9CB3-7F59D42C050C}" type="pres">
      <dgm:prSet presAssocID="{8CC863E6-D137-4225-B26B-5192A25373A7}" presName="sibTrans" presStyleLbl="sibTrans2D1" presStyleIdx="0" presStyleCnt="0"/>
      <dgm:spPr/>
    </dgm:pt>
    <dgm:pt modelId="{8370C5D7-C614-48A5-94ED-03D53350C00D}" type="pres">
      <dgm:prSet presAssocID="{73EF635D-403E-486B-BCD7-628B5F5D28C8}" presName="compNode" presStyleCnt="0"/>
      <dgm:spPr/>
    </dgm:pt>
    <dgm:pt modelId="{BE7697CD-AF6D-49E1-BFAA-066B909EE9B4}" type="pres">
      <dgm:prSet presAssocID="{73EF635D-403E-486B-BCD7-628B5F5D28C8}" presName="bkgdShape" presStyleLbl="node1" presStyleIdx="2" presStyleCnt="3"/>
      <dgm:spPr/>
    </dgm:pt>
    <dgm:pt modelId="{0EF7ABA1-512C-45BE-A2CE-81DB26C6AAB5}" type="pres">
      <dgm:prSet presAssocID="{73EF635D-403E-486B-BCD7-628B5F5D28C8}" presName="nodeTx" presStyleLbl="node1" presStyleIdx="2" presStyleCnt="3">
        <dgm:presLayoutVars>
          <dgm:bulletEnabled val="1"/>
        </dgm:presLayoutVars>
      </dgm:prSet>
      <dgm:spPr/>
    </dgm:pt>
    <dgm:pt modelId="{D5D114BC-280F-4BC2-BA1A-D108720A493F}" type="pres">
      <dgm:prSet presAssocID="{73EF635D-403E-486B-BCD7-628B5F5D28C8}" presName="invisiNode" presStyleLbl="node1" presStyleIdx="2" presStyleCnt="3"/>
      <dgm:spPr/>
    </dgm:pt>
    <dgm:pt modelId="{75FB492B-87D7-456F-AF93-AC194A767783}" type="pres">
      <dgm:prSet presAssocID="{73EF635D-403E-486B-BCD7-628B5F5D28C8}" presName="imagNode"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dgm:spPr>
    </dgm:pt>
  </dgm:ptLst>
  <dgm:cxnLst>
    <dgm:cxn modelId="{BF9D7516-BDB3-48B1-86C9-DD8F2CB21B94}" type="presOf" srcId="{6A788DB5-C49D-40DB-9B9A-613108004CAE}" destId="{1DCBDB52-A756-42A4-900E-D1D820D7D9F1}" srcOrd="1" destOrd="0" presId="urn:microsoft.com/office/officeart/2005/8/layout/hList7"/>
    <dgm:cxn modelId="{1C518C21-3080-4D13-AA30-3FBF3B5BFDEA}" type="presOf" srcId="{999BC241-C679-45E2-957B-3A831BE09837}" destId="{5FE9B7ED-5DF9-4396-9BB3-AEA72D9CC61E}" srcOrd="0" destOrd="0" presId="urn:microsoft.com/office/officeart/2005/8/layout/hList7"/>
    <dgm:cxn modelId="{74BD9A2F-1A52-40E9-BF6A-3B8D9AFA017A}" srcId="{999BC241-C679-45E2-957B-3A831BE09837}" destId="{B402CBF5-8B6D-4EB3-B7C5-110D05866769}" srcOrd="1" destOrd="0" parTransId="{9984E567-A393-4979-B8E7-642963C12BED}" sibTransId="{8CC863E6-D137-4225-B26B-5192A25373A7}"/>
    <dgm:cxn modelId="{FD643039-1661-458F-BEC1-F0718134F118}" type="presOf" srcId="{B402CBF5-8B6D-4EB3-B7C5-110D05866769}" destId="{D16F28CD-B58C-4345-A01F-19BC7BA3C6E8}" srcOrd="0" destOrd="0" presId="urn:microsoft.com/office/officeart/2005/8/layout/hList7"/>
    <dgm:cxn modelId="{6B14BD4C-03CE-4422-99B2-EE1D89819894}" type="presOf" srcId="{6A788DB5-C49D-40DB-9B9A-613108004CAE}" destId="{F8DD6572-A3ED-4859-8CFD-9218004E74C6}" srcOrd="0" destOrd="0" presId="urn:microsoft.com/office/officeart/2005/8/layout/hList7"/>
    <dgm:cxn modelId="{F97F7A4D-3EF0-4D43-8C4A-3689E5C6B9EE}" type="presOf" srcId="{B402CBF5-8B6D-4EB3-B7C5-110D05866769}" destId="{2A117881-BB23-4D5E-8DCC-D61F97D9E408}" srcOrd="1" destOrd="0" presId="urn:microsoft.com/office/officeart/2005/8/layout/hList7"/>
    <dgm:cxn modelId="{EA813650-4893-4601-BC4D-25966439C6FA}" type="presOf" srcId="{73EF635D-403E-486B-BCD7-628B5F5D28C8}" destId="{BE7697CD-AF6D-49E1-BFAA-066B909EE9B4}" srcOrd="0" destOrd="0" presId="urn:microsoft.com/office/officeart/2005/8/layout/hList7"/>
    <dgm:cxn modelId="{66591B92-78A7-4078-828E-E41C4E2D873D}" type="presOf" srcId="{8CC863E6-D137-4225-B26B-5192A25373A7}" destId="{56800C8E-5E53-4CAF-9CB3-7F59D42C050C}" srcOrd="0" destOrd="0" presId="urn:microsoft.com/office/officeart/2005/8/layout/hList7"/>
    <dgm:cxn modelId="{E16128BE-19BD-4412-9EF2-954EBB0B29AA}" srcId="{999BC241-C679-45E2-957B-3A831BE09837}" destId="{73EF635D-403E-486B-BCD7-628B5F5D28C8}" srcOrd="2" destOrd="0" parTransId="{AD9054A4-C9FF-4952-94EE-96466FC63747}" sibTransId="{BD21F01C-9832-4B5B-B3C5-9D04DC024CBB}"/>
    <dgm:cxn modelId="{4AF4DBC1-12B9-4FCA-80CA-10C4CDE09C72}" type="presOf" srcId="{C9CD702A-CBB9-4B41-A5BC-640AD7F91A02}" destId="{E7B7F43E-D1B7-4245-819D-6F090F2289B3}" srcOrd="0" destOrd="0" presId="urn:microsoft.com/office/officeart/2005/8/layout/hList7"/>
    <dgm:cxn modelId="{0F2120C9-AE35-4302-BCED-73F068542A44}" type="presOf" srcId="{73EF635D-403E-486B-BCD7-628B5F5D28C8}" destId="{0EF7ABA1-512C-45BE-A2CE-81DB26C6AAB5}" srcOrd="1" destOrd="0" presId="urn:microsoft.com/office/officeart/2005/8/layout/hList7"/>
    <dgm:cxn modelId="{887BB7F2-A399-4797-8D3E-42C936EEE579}" srcId="{999BC241-C679-45E2-957B-3A831BE09837}" destId="{6A788DB5-C49D-40DB-9B9A-613108004CAE}" srcOrd="0" destOrd="0" parTransId="{47E6719F-168E-47B0-8F9B-753826E8FC88}" sibTransId="{C9CD702A-CBB9-4B41-A5BC-640AD7F91A02}"/>
    <dgm:cxn modelId="{DF5C1ED9-ACB5-416E-B670-6A4651D68193}" type="presParOf" srcId="{5FE9B7ED-5DF9-4396-9BB3-AEA72D9CC61E}" destId="{560215AB-1B56-45A2-8CF6-9FCEA45E1145}" srcOrd="0" destOrd="0" presId="urn:microsoft.com/office/officeart/2005/8/layout/hList7"/>
    <dgm:cxn modelId="{03E16FC4-52A1-40A0-B58B-C9AAA7D78697}" type="presParOf" srcId="{5FE9B7ED-5DF9-4396-9BB3-AEA72D9CC61E}" destId="{5AF6AAE3-574B-46E2-9E4B-2D43D6F8C42A}" srcOrd="1" destOrd="0" presId="urn:microsoft.com/office/officeart/2005/8/layout/hList7"/>
    <dgm:cxn modelId="{751CC3B8-1485-4C0B-B3FC-B4F262886858}" type="presParOf" srcId="{5AF6AAE3-574B-46E2-9E4B-2D43D6F8C42A}" destId="{9FF1354C-E43C-4DA8-8BF7-9FE6256F42FA}" srcOrd="0" destOrd="0" presId="urn:microsoft.com/office/officeart/2005/8/layout/hList7"/>
    <dgm:cxn modelId="{A3828087-8DFD-49F6-BB1E-08AA1EC26B0A}" type="presParOf" srcId="{9FF1354C-E43C-4DA8-8BF7-9FE6256F42FA}" destId="{F8DD6572-A3ED-4859-8CFD-9218004E74C6}" srcOrd="0" destOrd="0" presId="urn:microsoft.com/office/officeart/2005/8/layout/hList7"/>
    <dgm:cxn modelId="{51B14E47-5FEA-4C69-984C-47A00266CD7B}" type="presParOf" srcId="{9FF1354C-E43C-4DA8-8BF7-9FE6256F42FA}" destId="{1DCBDB52-A756-42A4-900E-D1D820D7D9F1}" srcOrd="1" destOrd="0" presId="urn:microsoft.com/office/officeart/2005/8/layout/hList7"/>
    <dgm:cxn modelId="{2CB3424E-57BF-442A-9297-2316386C33B0}" type="presParOf" srcId="{9FF1354C-E43C-4DA8-8BF7-9FE6256F42FA}" destId="{F6EBBCBE-A6B3-4CCC-8AC7-D67645044197}" srcOrd="2" destOrd="0" presId="urn:microsoft.com/office/officeart/2005/8/layout/hList7"/>
    <dgm:cxn modelId="{41A2126F-330F-4AEE-B897-E7E280AE27C7}" type="presParOf" srcId="{9FF1354C-E43C-4DA8-8BF7-9FE6256F42FA}" destId="{9CF00EE6-38B8-45DD-A160-3F0264692200}" srcOrd="3" destOrd="0" presId="urn:microsoft.com/office/officeart/2005/8/layout/hList7"/>
    <dgm:cxn modelId="{52F3BDB9-04AB-4BB1-9107-872CC78F5A78}" type="presParOf" srcId="{5AF6AAE3-574B-46E2-9E4B-2D43D6F8C42A}" destId="{E7B7F43E-D1B7-4245-819D-6F090F2289B3}" srcOrd="1" destOrd="0" presId="urn:microsoft.com/office/officeart/2005/8/layout/hList7"/>
    <dgm:cxn modelId="{AB7852F0-3F58-4457-B1C5-67B36CA75C94}" type="presParOf" srcId="{5AF6AAE3-574B-46E2-9E4B-2D43D6F8C42A}" destId="{BCB4D1E5-E11B-4EF0-AEBF-FACEDCD44DA0}" srcOrd="2" destOrd="0" presId="urn:microsoft.com/office/officeart/2005/8/layout/hList7"/>
    <dgm:cxn modelId="{2A825FB2-DBA1-41F6-B2DF-936AE8BC88EC}" type="presParOf" srcId="{BCB4D1E5-E11B-4EF0-AEBF-FACEDCD44DA0}" destId="{D16F28CD-B58C-4345-A01F-19BC7BA3C6E8}" srcOrd="0" destOrd="0" presId="urn:microsoft.com/office/officeart/2005/8/layout/hList7"/>
    <dgm:cxn modelId="{A56A2407-5A0F-4B4F-8111-BAF670D24328}" type="presParOf" srcId="{BCB4D1E5-E11B-4EF0-AEBF-FACEDCD44DA0}" destId="{2A117881-BB23-4D5E-8DCC-D61F97D9E408}" srcOrd="1" destOrd="0" presId="urn:microsoft.com/office/officeart/2005/8/layout/hList7"/>
    <dgm:cxn modelId="{02357DCD-60F2-4751-990B-33C01DA2D7A3}" type="presParOf" srcId="{BCB4D1E5-E11B-4EF0-AEBF-FACEDCD44DA0}" destId="{A43EE492-7687-4985-AE5C-00C90AEE0CA2}" srcOrd="2" destOrd="0" presId="urn:microsoft.com/office/officeart/2005/8/layout/hList7"/>
    <dgm:cxn modelId="{638FF15A-A1EE-4BF5-AA65-C2A2E8F8BE8B}" type="presParOf" srcId="{BCB4D1E5-E11B-4EF0-AEBF-FACEDCD44DA0}" destId="{B44B0F53-C202-49F0-B480-3133289BE548}" srcOrd="3" destOrd="0" presId="urn:microsoft.com/office/officeart/2005/8/layout/hList7"/>
    <dgm:cxn modelId="{24F49C34-231E-49D1-88ED-F872C656A517}" type="presParOf" srcId="{5AF6AAE3-574B-46E2-9E4B-2D43D6F8C42A}" destId="{56800C8E-5E53-4CAF-9CB3-7F59D42C050C}" srcOrd="3" destOrd="0" presId="urn:microsoft.com/office/officeart/2005/8/layout/hList7"/>
    <dgm:cxn modelId="{96A00BFC-9181-4EE2-AE9D-01A42F2ED0DD}" type="presParOf" srcId="{5AF6AAE3-574B-46E2-9E4B-2D43D6F8C42A}" destId="{8370C5D7-C614-48A5-94ED-03D53350C00D}" srcOrd="4" destOrd="0" presId="urn:microsoft.com/office/officeart/2005/8/layout/hList7"/>
    <dgm:cxn modelId="{F47F4CF8-5F8D-4860-866F-9838071003CC}" type="presParOf" srcId="{8370C5D7-C614-48A5-94ED-03D53350C00D}" destId="{BE7697CD-AF6D-49E1-BFAA-066B909EE9B4}" srcOrd="0" destOrd="0" presId="urn:microsoft.com/office/officeart/2005/8/layout/hList7"/>
    <dgm:cxn modelId="{2353E2B9-97BD-4CF1-97CA-D603E9DFD549}" type="presParOf" srcId="{8370C5D7-C614-48A5-94ED-03D53350C00D}" destId="{0EF7ABA1-512C-45BE-A2CE-81DB26C6AAB5}" srcOrd="1" destOrd="0" presId="urn:microsoft.com/office/officeart/2005/8/layout/hList7"/>
    <dgm:cxn modelId="{1152D784-08FC-4B7C-BEEC-6A1CFC855F25}" type="presParOf" srcId="{8370C5D7-C614-48A5-94ED-03D53350C00D}" destId="{D5D114BC-280F-4BC2-BA1A-D108720A493F}" srcOrd="2" destOrd="0" presId="urn:microsoft.com/office/officeart/2005/8/layout/hList7"/>
    <dgm:cxn modelId="{8EF13989-51CD-4107-9B4B-01D6CA1468A7}" type="presParOf" srcId="{8370C5D7-C614-48A5-94ED-03D53350C00D}" destId="{75FB492B-87D7-456F-AF93-AC194A767783}" srcOrd="3" destOrd="0" presId="urn:microsoft.com/office/officeart/2005/8/layout/hList7"/>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648FB88-26D7-48E1-B394-F60800C4EFB7}"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8F1BE566-AF13-4F33-8229-9C27078243F7}">
      <dgm:prSet phldrT="[Text]"/>
      <dgm:spPr>
        <a:solidFill>
          <a:srgbClr val="00B050"/>
        </a:solidFill>
      </dgm:spPr>
      <dgm:t>
        <a:bodyPr/>
        <a:lstStyle/>
        <a:p>
          <a:r>
            <a:rPr lang="en-US" i="1"/>
            <a:t>Data Scientist</a:t>
          </a:r>
          <a:endParaRPr lang="en-US"/>
        </a:p>
      </dgm:t>
    </dgm:pt>
    <dgm:pt modelId="{ED283050-27A2-4210-BE28-130E771AF8F0}" cxnId="{D0FA8E02-9442-459B-94DF-AE01B7E041E3}" type="parTrans">
      <dgm:prSet/>
      <dgm:spPr/>
      <dgm:t>
        <a:bodyPr/>
        <a:lstStyle/>
        <a:p>
          <a:endParaRPr lang="en-US"/>
        </a:p>
      </dgm:t>
    </dgm:pt>
    <dgm:pt modelId="{E8BA0E2B-D1A2-4028-A303-F652B6CC2062}" cxnId="{D0FA8E02-9442-459B-94DF-AE01B7E041E3}" type="sibTrans">
      <dgm:prSet/>
      <dgm:spPr/>
      <dgm:t>
        <a:bodyPr/>
        <a:lstStyle/>
        <a:p>
          <a:endParaRPr lang="en-US"/>
        </a:p>
      </dgm:t>
    </dgm:pt>
    <dgm:pt modelId="{82B00C1C-8C6A-4F0C-A1F1-3E4A08CE6A2D}">
      <dgm:prSet phldrT="[Text]"/>
      <dgm:spPr/>
      <dgm:t>
        <a:bodyPr/>
        <a:lstStyle/>
        <a:p>
          <a:r>
            <a:rPr lang="en-US" i="1"/>
            <a:t>Business Intelligence Specialist</a:t>
          </a:r>
          <a:endParaRPr lang="en-US"/>
        </a:p>
      </dgm:t>
    </dgm:pt>
    <dgm:pt modelId="{F0642106-871A-4B57-9042-AAFF3613C3F0}" cxnId="{FCCD7DB6-C2F6-4036-96A1-98636C4DB462}" type="parTrans">
      <dgm:prSet/>
      <dgm:spPr/>
      <dgm:t>
        <a:bodyPr/>
        <a:lstStyle/>
        <a:p>
          <a:endParaRPr lang="en-US"/>
        </a:p>
      </dgm:t>
    </dgm:pt>
    <dgm:pt modelId="{F78671AF-D853-4157-B523-2AA0B23EAFF8}" cxnId="{FCCD7DB6-C2F6-4036-96A1-98636C4DB462}" type="sibTrans">
      <dgm:prSet/>
      <dgm:spPr/>
      <dgm:t>
        <a:bodyPr/>
        <a:lstStyle/>
        <a:p>
          <a:endParaRPr lang="en-US"/>
        </a:p>
      </dgm:t>
    </dgm:pt>
    <dgm:pt modelId="{7BDBBF11-B20D-455B-8C17-737BDB97C22F}">
      <dgm:prSet phldrT="[Text]"/>
      <dgm:spPr/>
      <dgm:t>
        <a:bodyPr/>
        <a:lstStyle/>
        <a:p>
          <a:r>
            <a:rPr lang="en-US" i="1"/>
            <a:t>Data storyteller </a:t>
          </a:r>
          <a:endParaRPr lang="en-US"/>
        </a:p>
      </dgm:t>
    </dgm:pt>
    <dgm:pt modelId="{5B98FB83-7F78-457C-8258-802E44A3951B}" cxnId="{CA8B100C-E19D-4673-A401-BF0E2D2ED3F5}" type="parTrans">
      <dgm:prSet/>
      <dgm:spPr/>
      <dgm:t>
        <a:bodyPr/>
        <a:lstStyle/>
        <a:p>
          <a:endParaRPr lang="en-US"/>
        </a:p>
      </dgm:t>
    </dgm:pt>
    <dgm:pt modelId="{81CD92EF-9C97-4F33-A5D7-4F9F099EA71A}" cxnId="{CA8B100C-E19D-4673-A401-BF0E2D2ED3F5}" type="sibTrans">
      <dgm:prSet/>
      <dgm:spPr/>
      <dgm:t>
        <a:bodyPr/>
        <a:lstStyle/>
        <a:p>
          <a:endParaRPr lang="en-US"/>
        </a:p>
      </dgm:t>
    </dgm:pt>
    <dgm:pt modelId="{E4CD0EF9-229A-418D-8CDB-68F332CC40E6}">
      <dgm:prSet/>
      <dgm:spPr>
        <a:solidFill>
          <a:srgbClr val="FFFF00"/>
        </a:solidFill>
      </dgm:spPr>
      <dgm:t>
        <a:bodyPr/>
        <a:lstStyle/>
        <a:p>
          <a:r>
            <a:rPr lang="en-US" i="1">
              <a:solidFill>
                <a:srgbClr val="C00000"/>
              </a:solidFill>
            </a:rPr>
            <a:t>Data Engineers</a:t>
          </a:r>
          <a:endParaRPr lang="en-US">
            <a:solidFill>
              <a:srgbClr val="C00000"/>
            </a:solidFill>
          </a:endParaRPr>
        </a:p>
      </dgm:t>
    </dgm:pt>
    <dgm:pt modelId="{56271590-DEC5-40EA-8D56-EBCE896DF721}" cxnId="{3130540A-48D0-4CEF-B1C4-175B3DB13F0B}" type="parTrans">
      <dgm:prSet/>
      <dgm:spPr/>
      <dgm:t>
        <a:bodyPr/>
        <a:lstStyle/>
        <a:p>
          <a:endParaRPr lang="en-US"/>
        </a:p>
      </dgm:t>
    </dgm:pt>
    <dgm:pt modelId="{4A76BD2B-FE11-4898-8F93-B9621AA61A51}" cxnId="{3130540A-48D0-4CEF-B1C4-175B3DB13F0B}" type="sibTrans">
      <dgm:prSet/>
      <dgm:spPr/>
      <dgm:t>
        <a:bodyPr/>
        <a:lstStyle/>
        <a:p>
          <a:endParaRPr lang="en-US"/>
        </a:p>
      </dgm:t>
    </dgm:pt>
    <dgm:pt modelId="{0BA76A8F-3594-4364-810A-584F020D0381}">
      <dgm:prSet/>
      <dgm:spPr/>
      <dgm:t>
        <a:bodyPr/>
        <a:lstStyle/>
        <a:p>
          <a:r>
            <a:rPr lang="en-US" i="1"/>
            <a:t>Data Analyst</a:t>
          </a:r>
          <a:endParaRPr lang="en-US"/>
        </a:p>
      </dgm:t>
    </dgm:pt>
    <dgm:pt modelId="{8E070C12-FFE4-4D85-BA10-E8652F7533FD}" cxnId="{E142E4CC-DD79-4AD0-BE79-1FE817E46C8A}" type="parTrans">
      <dgm:prSet/>
      <dgm:spPr/>
      <dgm:t>
        <a:bodyPr/>
        <a:lstStyle/>
        <a:p>
          <a:endParaRPr lang="en-US"/>
        </a:p>
      </dgm:t>
    </dgm:pt>
    <dgm:pt modelId="{D7A560F5-4C0F-45F4-8C89-045885B6E066}" cxnId="{E142E4CC-DD79-4AD0-BE79-1FE817E46C8A}" type="sibTrans">
      <dgm:prSet/>
      <dgm:spPr/>
      <dgm:t>
        <a:bodyPr/>
        <a:lstStyle/>
        <a:p>
          <a:endParaRPr lang="en-US"/>
        </a:p>
      </dgm:t>
    </dgm:pt>
    <dgm:pt modelId="{0909BFB2-874D-4323-8670-4C2F1CB72B1D}" type="pres">
      <dgm:prSet presAssocID="{B648FB88-26D7-48E1-B394-F60800C4EFB7}" presName="linear" presStyleCnt="0">
        <dgm:presLayoutVars>
          <dgm:dir/>
          <dgm:resizeHandles val="exact"/>
        </dgm:presLayoutVars>
      </dgm:prSet>
      <dgm:spPr/>
    </dgm:pt>
    <dgm:pt modelId="{DFCCD80B-CEA3-44ED-8981-D5AA58C27592}" type="pres">
      <dgm:prSet presAssocID="{8F1BE566-AF13-4F33-8229-9C27078243F7}" presName="comp" presStyleCnt="0"/>
      <dgm:spPr/>
    </dgm:pt>
    <dgm:pt modelId="{5371F9D8-0749-4B7E-8101-9B6ADABA2D41}" type="pres">
      <dgm:prSet presAssocID="{8F1BE566-AF13-4F33-8229-9C27078243F7}" presName="box" presStyleLbl="node1" presStyleIdx="0" presStyleCnt="5"/>
      <dgm:spPr/>
    </dgm:pt>
    <dgm:pt modelId="{9F272F6E-99AB-4ABB-96A0-F32C2A7E1863}" type="pres">
      <dgm:prSet presAssocID="{8F1BE566-AF13-4F33-8229-9C27078243F7}" presName="img" presStyleLbl="fgImgPlace1" presStyleIdx="0" presStyleCnt="5"/>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42000" b="-42000"/>
          </a:stretch>
        </a:blipFill>
      </dgm:spPr>
    </dgm:pt>
    <dgm:pt modelId="{BE2C47A8-9EAC-45B0-9AC9-89083F000998}" type="pres">
      <dgm:prSet presAssocID="{8F1BE566-AF13-4F33-8229-9C27078243F7}" presName="text" presStyleLbl="node1" presStyleIdx="0" presStyleCnt="5">
        <dgm:presLayoutVars>
          <dgm:bulletEnabled val="1"/>
        </dgm:presLayoutVars>
      </dgm:prSet>
      <dgm:spPr/>
    </dgm:pt>
    <dgm:pt modelId="{24569CE9-A135-4B91-B003-5297CF6B2C12}" type="pres">
      <dgm:prSet presAssocID="{E8BA0E2B-D1A2-4028-A303-F652B6CC2062}" presName="spacer" presStyleCnt="0"/>
      <dgm:spPr/>
    </dgm:pt>
    <dgm:pt modelId="{43AAAAB3-9FD9-4FD1-A742-650771412EE5}" type="pres">
      <dgm:prSet presAssocID="{0BA76A8F-3594-4364-810A-584F020D0381}" presName="comp" presStyleCnt="0"/>
      <dgm:spPr/>
    </dgm:pt>
    <dgm:pt modelId="{C95E32A7-A977-4706-B15D-3E648D69B0E6}" type="pres">
      <dgm:prSet presAssocID="{0BA76A8F-3594-4364-810A-584F020D0381}" presName="box" presStyleLbl="node1" presStyleIdx="1" presStyleCnt="5" custLinFactNeighborX="-5556" custLinFactNeighborY="-9925"/>
      <dgm:spPr/>
    </dgm:pt>
    <dgm:pt modelId="{11001E21-7C63-4D98-A4B2-FBE68BC045C8}" type="pres">
      <dgm:prSet presAssocID="{0BA76A8F-3594-4364-810A-584F020D0381}" presName="img" presStyleLbl="fgImgPlace1" presStyleIdx="1" presStyleCnt="5"/>
      <dgm:spPr/>
    </dgm:pt>
    <dgm:pt modelId="{59338071-20EF-4D69-BD10-F3CCB70720FF}" type="pres">
      <dgm:prSet presAssocID="{0BA76A8F-3594-4364-810A-584F020D0381}" presName="text" presStyleLbl="node1" presStyleIdx="1" presStyleCnt="5">
        <dgm:presLayoutVars>
          <dgm:bulletEnabled val="1"/>
        </dgm:presLayoutVars>
      </dgm:prSet>
      <dgm:spPr/>
    </dgm:pt>
    <dgm:pt modelId="{B162439C-667A-4CD2-A8C7-FE016E3F2855}" type="pres">
      <dgm:prSet presAssocID="{D7A560F5-4C0F-45F4-8C89-045885B6E066}" presName="spacer" presStyleCnt="0"/>
      <dgm:spPr/>
    </dgm:pt>
    <dgm:pt modelId="{7FE5A990-A4E5-46A6-8601-F6782CA1E83D}" type="pres">
      <dgm:prSet presAssocID="{E4CD0EF9-229A-418D-8CDB-68F332CC40E6}" presName="comp" presStyleCnt="0"/>
      <dgm:spPr/>
    </dgm:pt>
    <dgm:pt modelId="{4948DC19-ACDB-44EA-8235-20BAC814F17B}" type="pres">
      <dgm:prSet presAssocID="{E4CD0EF9-229A-418D-8CDB-68F332CC40E6}" presName="box" presStyleLbl="node1" presStyleIdx="2" presStyleCnt="5"/>
      <dgm:spPr/>
    </dgm:pt>
    <dgm:pt modelId="{E0CD151B-D57F-499D-8EE1-1C87E76033F1}" type="pres">
      <dgm:prSet presAssocID="{E4CD0EF9-229A-418D-8CDB-68F332CC40E6}" presName="img" presStyleLbl="fgImgPlace1" presStyleIdx="2" presStyleCnt="5"/>
      <dgm:spPr/>
    </dgm:pt>
    <dgm:pt modelId="{E5BA408B-AB04-44F9-9D67-8C2BDC79F1B1}" type="pres">
      <dgm:prSet presAssocID="{E4CD0EF9-229A-418D-8CDB-68F332CC40E6}" presName="text" presStyleLbl="node1" presStyleIdx="2" presStyleCnt="5">
        <dgm:presLayoutVars>
          <dgm:bulletEnabled val="1"/>
        </dgm:presLayoutVars>
      </dgm:prSet>
      <dgm:spPr/>
    </dgm:pt>
    <dgm:pt modelId="{096AC579-EE1A-460A-BC06-48AF4C338A65}" type="pres">
      <dgm:prSet presAssocID="{4A76BD2B-FE11-4898-8F93-B9621AA61A51}" presName="spacer" presStyleCnt="0"/>
      <dgm:spPr/>
    </dgm:pt>
    <dgm:pt modelId="{B6127562-D76A-42A9-9679-0ED07DBBC022}" type="pres">
      <dgm:prSet presAssocID="{82B00C1C-8C6A-4F0C-A1F1-3E4A08CE6A2D}" presName="comp" presStyleCnt="0"/>
      <dgm:spPr/>
    </dgm:pt>
    <dgm:pt modelId="{CF5FC27A-A2FB-4F1C-B8CF-99CE2A35635E}" type="pres">
      <dgm:prSet presAssocID="{82B00C1C-8C6A-4F0C-A1F1-3E4A08CE6A2D}" presName="box" presStyleLbl="node1" presStyleIdx="3" presStyleCnt="5"/>
      <dgm:spPr/>
    </dgm:pt>
    <dgm:pt modelId="{91C4EAFC-785D-49C7-87DD-C319732E4D3E}" type="pres">
      <dgm:prSet presAssocID="{82B00C1C-8C6A-4F0C-A1F1-3E4A08CE6A2D}" presName="img" presStyleLbl="fgImgPlace1" presStyleIdx="3" presStyleCnt="5"/>
      <dgm:spPr/>
    </dgm:pt>
    <dgm:pt modelId="{3B655E78-0C78-4309-8F97-D60A6E1AA86F}" type="pres">
      <dgm:prSet presAssocID="{82B00C1C-8C6A-4F0C-A1F1-3E4A08CE6A2D}" presName="text" presStyleLbl="node1" presStyleIdx="3" presStyleCnt="5">
        <dgm:presLayoutVars>
          <dgm:bulletEnabled val="1"/>
        </dgm:presLayoutVars>
      </dgm:prSet>
      <dgm:spPr/>
    </dgm:pt>
    <dgm:pt modelId="{E8D8F2E8-2C8C-4C5A-AF65-8D91E8BF3211}" type="pres">
      <dgm:prSet presAssocID="{F78671AF-D853-4157-B523-2AA0B23EAFF8}" presName="spacer" presStyleCnt="0"/>
      <dgm:spPr/>
    </dgm:pt>
    <dgm:pt modelId="{4F939355-46B0-462C-9926-8F0CB44C9147}" type="pres">
      <dgm:prSet presAssocID="{7BDBBF11-B20D-455B-8C17-737BDB97C22F}" presName="comp" presStyleCnt="0"/>
      <dgm:spPr/>
    </dgm:pt>
    <dgm:pt modelId="{58B17C6E-F5A1-4F7A-A7CC-BA8AD9584D69}" type="pres">
      <dgm:prSet presAssocID="{7BDBBF11-B20D-455B-8C17-737BDB97C22F}" presName="box" presStyleLbl="node1" presStyleIdx="4" presStyleCnt="5"/>
      <dgm:spPr/>
    </dgm:pt>
    <dgm:pt modelId="{636BF472-DF7F-43B8-8A33-4C88373D2480}" type="pres">
      <dgm:prSet presAssocID="{7BDBBF11-B20D-455B-8C17-737BDB97C22F}" presName="img" presStyleLbl="fgImgPlace1" presStyleIdx="4" presStyleCnt="5"/>
      <dgm:spPr/>
    </dgm:pt>
    <dgm:pt modelId="{B0E49093-C022-48FB-8DE9-5072CFCDD72A}" type="pres">
      <dgm:prSet presAssocID="{7BDBBF11-B20D-455B-8C17-737BDB97C22F}" presName="text" presStyleLbl="node1" presStyleIdx="4" presStyleCnt="5">
        <dgm:presLayoutVars>
          <dgm:bulletEnabled val="1"/>
        </dgm:presLayoutVars>
      </dgm:prSet>
      <dgm:spPr/>
    </dgm:pt>
  </dgm:ptLst>
  <dgm:cxnLst>
    <dgm:cxn modelId="{D0FA8E02-9442-459B-94DF-AE01B7E041E3}" srcId="{B648FB88-26D7-48E1-B394-F60800C4EFB7}" destId="{8F1BE566-AF13-4F33-8229-9C27078243F7}" srcOrd="0" destOrd="0" parTransId="{ED283050-27A2-4210-BE28-130E771AF8F0}" sibTransId="{E8BA0E2B-D1A2-4028-A303-F652B6CC2062}"/>
    <dgm:cxn modelId="{3130540A-48D0-4CEF-B1C4-175B3DB13F0B}" srcId="{B648FB88-26D7-48E1-B394-F60800C4EFB7}" destId="{E4CD0EF9-229A-418D-8CDB-68F332CC40E6}" srcOrd="2" destOrd="0" parTransId="{56271590-DEC5-40EA-8D56-EBCE896DF721}" sibTransId="{4A76BD2B-FE11-4898-8F93-B9621AA61A51}"/>
    <dgm:cxn modelId="{CA8B100C-E19D-4673-A401-BF0E2D2ED3F5}" srcId="{B648FB88-26D7-48E1-B394-F60800C4EFB7}" destId="{7BDBBF11-B20D-455B-8C17-737BDB97C22F}" srcOrd="4" destOrd="0" parTransId="{5B98FB83-7F78-457C-8258-802E44A3951B}" sibTransId="{81CD92EF-9C97-4F33-A5D7-4F9F099EA71A}"/>
    <dgm:cxn modelId="{3FCA1720-A7A9-4B24-BEA1-8F67BB6ACC56}" type="presOf" srcId="{8F1BE566-AF13-4F33-8229-9C27078243F7}" destId="{BE2C47A8-9EAC-45B0-9AC9-89083F000998}" srcOrd="1" destOrd="0" presId="urn:microsoft.com/office/officeart/2005/8/layout/vList4"/>
    <dgm:cxn modelId="{BC44CE5E-ED36-416D-A784-E425E17199B8}" type="presOf" srcId="{8F1BE566-AF13-4F33-8229-9C27078243F7}" destId="{5371F9D8-0749-4B7E-8101-9B6ADABA2D41}" srcOrd="0" destOrd="0" presId="urn:microsoft.com/office/officeart/2005/8/layout/vList4"/>
    <dgm:cxn modelId="{58C5F743-112B-4D6C-86BF-D9E644884B08}" type="presOf" srcId="{E4CD0EF9-229A-418D-8CDB-68F332CC40E6}" destId="{E5BA408B-AB04-44F9-9D67-8C2BDC79F1B1}" srcOrd="1" destOrd="0" presId="urn:microsoft.com/office/officeart/2005/8/layout/vList4"/>
    <dgm:cxn modelId="{71686166-095F-40EF-ADD2-5EC6264823ED}" type="presOf" srcId="{82B00C1C-8C6A-4F0C-A1F1-3E4A08CE6A2D}" destId="{3B655E78-0C78-4309-8F97-D60A6E1AA86F}" srcOrd="1" destOrd="0" presId="urn:microsoft.com/office/officeart/2005/8/layout/vList4"/>
    <dgm:cxn modelId="{61AD8668-7FE6-44B6-ABB3-E871B59D40C3}" type="presOf" srcId="{82B00C1C-8C6A-4F0C-A1F1-3E4A08CE6A2D}" destId="{CF5FC27A-A2FB-4F1C-B8CF-99CE2A35635E}" srcOrd="0" destOrd="0" presId="urn:microsoft.com/office/officeart/2005/8/layout/vList4"/>
    <dgm:cxn modelId="{0588BF8C-C6CF-446F-AA0A-B520DCC7EEF7}" type="presOf" srcId="{7BDBBF11-B20D-455B-8C17-737BDB97C22F}" destId="{B0E49093-C022-48FB-8DE9-5072CFCDD72A}" srcOrd="1" destOrd="0" presId="urn:microsoft.com/office/officeart/2005/8/layout/vList4"/>
    <dgm:cxn modelId="{8D8FD68E-58F3-463E-92F5-F13C1211CDA7}" type="presOf" srcId="{7BDBBF11-B20D-455B-8C17-737BDB97C22F}" destId="{58B17C6E-F5A1-4F7A-A7CC-BA8AD9584D69}" srcOrd="0" destOrd="0" presId="urn:microsoft.com/office/officeart/2005/8/layout/vList4"/>
    <dgm:cxn modelId="{E49E399C-4FF4-4AC7-B5E1-53B35B8AAF84}" type="presOf" srcId="{0BA76A8F-3594-4364-810A-584F020D0381}" destId="{59338071-20EF-4D69-BD10-F3CCB70720FF}" srcOrd="1" destOrd="0" presId="urn:microsoft.com/office/officeart/2005/8/layout/vList4"/>
    <dgm:cxn modelId="{FCCD7DB6-C2F6-4036-96A1-98636C4DB462}" srcId="{B648FB88-26D7-48E1-B394-F60800C4EFB7}" destId="{82B00C1C-8C6A-4F0C-A1F1-3E4A08CE6A2D}" srcOrd="3" destOrd="0" parTransId="{F0642106-871A-4B57-9042-AAFF3613C3F0}" sibTransId="{F78671AF-D853-4157-B523-2AA0B23EAFF8}"/>
    <dgm:cxn modelId="{A57D0EC8-B8BC-4E24-BC01-EBDAB94F338B}" type="presOf" srcId="{E4CD0EF9-229A-418D-8CDB-68F332CC40E6}" destId="{4948DC19-ACDB-44EA-8235-20BAC814F17B}" srcOrd="0" destOrd="0" presId="urn:microsoft.com/office/officeart/2005/8/layout/vList4"/>
    <dgm:cxn modelId="{E142E4CC-DD79-4AD0-BE79-1FE817E46C8A}" srcId="{B648FB88-26D7-48E1-B394-F60800C4EFB7}" destId="{0BA76A8F-3594-4364-810A-584F020D0381}" srcOrd="1" destOrd="0" parTransId="{8E070C12-FFE4-4D85-BA10-E8652F7533FD}" sibTransId="{D7A560F5-4C0F-45F4-8C89-045885B6E066}"/>
    <dgm:cxn modelId="{2D005FD3-E8B3-48D0-9C8D-20409E03CBB5}" type="presOf" srcId="{0BA76A8F-3594-4364-810A-584F020D0381}" destId="{C95E32A7-A977-4706-B15D-3E648D69B0E6}" srcOrd="0" destOrd="0" presId="urn:microsoft.com/office/officeart/2005/8/layout/vList4"/>
    <dgm:cxn modelId="{BEFF06ED-40EF-4AB8-91ED-F5CD6C3046B9}" type="presOf" srcId="{B648FB88-26D7-48E1-B394-F60800C4EFB7}" destId="{0909BFB2-874D-4323-8670-4C2F1CB72B1D}" srcOrd="0" destOrd="0" presId="urn:microsoft.com/office/officeart/2005/8/layout/vList4"/>
    <dgm:cxn modelId="{BE7CA5A6-5994-498D-A06B-43B2EE269A9B}" type="presParOf" srcId="{0909BFB2-874D-4323-8670-4C2F1CB72B1D}" destId="{DFCCD80B-CEA3-44ED-8981-D5AA58C27592}" srcOrd="0" destOrd="0" presId="urn:microsoft.com/office/officeart/2005/8/layout/vList4"/>
    <dgm:cxn modelId="{58C0AE51-69D4-4E16-BD18-844BEDA927BE}" type="presParOf" srcId="{DFCCD80B-CEA3-44ED-8981-D5AA58C27592}" destId="{5371F9D8-0749-4B7E-8101-9B6ADABA2D41}" srcOrd="0" destOrd="0" presId="urn:microsoft.com/office/officeart/2005/8/layout/vList4"/>
    <dgm:cxn modelId="{DCCFCD0E-EA17-46F8-A933-8A79B7DFBDDB}" type="presParOf" srcId="{DFCCD80B-CEA3-44ED-8981-D5AA58C27592}" destId="{9F272F6E-99AB-4ABB-96A0-F32C2A7E1863}" srcOrd="1" destOrd="0" presId="urn:microsoft.com/office/officeart/2005/8/layout/vList4"/>
    <dgm:cxn modelId="{35E1BD67-47F6-4C9D-BBB1-A78DEA89A3AD}" type="presParOf" srcId="{DFCCD80B-CEA3-44ED-8981-D5AA58C27592}" destId="{BE2C47A8-9EAC-45B0-9AC9-89083F000998}" srcOrd="2" destOrd="0" presId="urn:microsoft.com/office/officeart/2005/8/layout/vList4"/>
    <dgm:cxn modelId="{D26AC0C2-F03C-4D11-A4D3-C2CAB1F37DCD}" type="presParOf" srcId="{0909BFB2-874D-4323-8670-4C2F1CB72B1D}" destId="{24569CE9-A135-4B91-B003-5297CF6B2C12}" srcOrd="1" destOrd="0" presId="urn:microsoft.com/office/officeart/2005/8/layout/vList4"/>
    <dgm:cxn modelId="{B5BD3D4A-52F1-4593-A448-76F83205EF25}" type="presParOf" srcId="{0909BFB2-874D-4323-8670-4C2F1CB72B1D}" destId="{43AAAAB3-9FD9-4FD1-A742-650771412EE5}" srcOrd="2" destOrd="0" presId="urn:microsoft.com/office/officeart/2005/8/layout/vList4"/>
    <dgm:cxn modelId="{3C9EA08E-59F6-4C8F-B92D-CF7D8F7F58FC}" type="presParOf" srcId="{43AAAAB3-9FD9-4FD1-A742-650771412EE5}" destId="{C95E32A7-A977-4706-B15D-3E648D69B0E6}" srcOrd="0" destOrd="0" presId="urn:microsoft.com/office/officeart/2005/8/layout/vList4"/>
    <dgm:cxn modelId="{51C1939F-4919-40C7-8CDF-48EDF71D2488}" type="presParOf" srcId="{43AAAAB3-9FD9-4FD1-A742-650771412EE5}" destId="{11001E21-7C63-4D98-A4B2-FBE68BC045C8}" srcOrd="1" destOrd="0" presId="urn:microsoft.com/office/officeart/2005/8/layout/vList4"/>
    <dgm:cxn modelId="{20EBEA35-51F9-44E9-BA7D-3F11DAC96E06}" type="presParOf" srcId="{43AAAAB3-9FD9-4FD1-A742-650771412EE5}" destId="{59338071-20EF-4D69-BD10-F3CCB70720FF}" srcOrd="2" destOrd="0" presId="urn:microsoft.com/office/officeart/2005/8/layout/vList4"/>
    <dgm:cxn modelId="{9C351950-A4DD-44C3-9242-CBBB2587B032}" type="presParOf" srcId="{0909BFB2-874D-4323-8670-4C2F1CB72B1D}" destId="{B162439C-667A-4CD2-A8C7-FE016E3F2855}" srcOrd="3" destOrd="0" presId="urn:microsoft.com/office/officeart/2005/8/layout/vList4"/>
    <dgm:cxn modelId="{D34F9C4C-DD5B-4A7C-BF05-67B39E4F62DA}" type="presParOf" srcId="{0909BFB2-874D-4323-8670-4C2F1CB72B1D}" destId="{7FE5A990-A4E5-46A6-8601-F6782CA1E83D}" srcOrd="4" destOrd="0" presId="urn:microsoft.com/office/officeart/2005/8/layout/vList4"/>
    <dgm:cxn modelId="{716AE34F-6FC1-4C57-9217-BC50C4760A6C}" type="presParOf" srcId="{7FE5A990-A4E5-46A6-8601-F6782CA1E83D}" destId="{4948DC19-ACDB-44EA-8235-20BAC814F17B}" srcOrd="0" destOrd="0" presId="urn:microsoft.com/office/officeart/2005/8/layout/vList4"/>
    <dgm:cxn modelId="{8B24CE6E-9754-4F68-9DEB-7EF6B32A5444}" type="presParOf" srcId="{7FE5A990-A4E5-46A6-8601-F6782CA1E83D}" destId="{E0CD151B-D57F-499D-8EE1-1C87E76033F1}" srcOrd="1" destOrd="0" presId="urn:microsoft.com/office/officeart/2005/8/layout/vList4"/>
    <dgm:cxn modelId="{97D3848D-3477-4076-BF23-1B788B602610}" type="presParOf" srcId="{7FE5A990-A4E5-46A6-8601-F6782CA1E83D}" destId="{E5BA408B-AB04-44F9-9D67-8C2BDC79F1B1}" srcOrd="2" destOrd="0" presId="urn:microsoft.com/office/officeart/2005/8/layout/vList4"/>
    <dgm:cxn modelId="{E9769EC3-71A8-4EC0-9B10-0E7510014733}" type="presParOf" srcId="{0909BFB2-874D-4323-8670-4C2F1CB72B1D}" destId="{096AC579-EE1A-460A-BC06-48AF4C338A65}" srcOrd="5" destOrd="0" presId="urn:microsoft.com/office/officeart/2005/8/layout/vList4"/>
    <dgm:cxn modelId="{C2A01C35-BBF4-4FBD-BB70-A25AC156BF52}" type="presParOf" srcId="{0909BFB2-874D-4323-8670-4C2F1CB72B1D}" destId="{B6127562-D76A-42A9-9679-0ED07DBBC022}" srcOrd="6" destOrd="0" presId="urn:microsoft.com/office/officeart/2005/8/layout/vList4"/>
    <dgm:cxn modelId="{1D327625-C64F-40F7-B3A8-8D2165DCC85A}" type="presParOf" srcId="{B6127562-D76A-42A9-9679-0ED07DBBC022}" destId="{CF5FC27A-A2FB-4F1C-B8CF-99CE2A35635E}" srcOrd="0" destOrd="0" presId="urn:microsoft.com/office/officeart/2005/8/layout/vList4"/>
    <dgm:cxn modelId="{3A953349-E2B9-4F58-B67C-F8DA24EB273D}" type="presParOf" srcId="{B6127562-D76A-42A9-9679-0ED07DBBC022}" destId="{91C4EAFC-785D-49C7-87DD-C319732E4D3E}" srcOrd="1" destOrd="0" presId="urn:microsoft.com/office/officeart/2005/8/layout/vList4"/>
    <dgm:cxn modelId="{94021C89-E1BF-466D-94CB-52FB7061CD92}" type="presParOf" srcId="{B6127562-D76A-42A9-9679-0ED07DBBC022}" destId="{3B655E78-0C78-4309-8F97-D60A6E1AA86F}" srcOrd="2" destOrd="0" presId="urn:microsoft.com/office/officeart/2005/8/layout/vList4"/>
    <dgm:cxn modelId="{3DA5FA4C-C331-4093-8E3B-08BBDB1AD21A}" type="presParOf" srcId="{0909BFB2-874D-4323-8670-4C2F1CB72B1D}" destId="{E8D8F2E8-2C8C-4C5A-AF65-8D91E8BF3211}" srcOrd="7" destOrd="0" presId="urn:microsoft.com/office/officeart/2005/8/layout/vList4"/>
    <dgm:cxn modelId="{4B90F310-F9BC-4A13-B18B-C9C9D2986CC5}" type="presParOf" srcId="{0909BFB2-874D-4323-8670-4C2F1CB72B1D}" destId="{4F939355-46B0-462C-9926-8F0CB44C9147}" srcOrd="8" destOrd="0" presId="urn:microsoft.com/office/officeart/2005/8/layout/vList4"/>
    <dgm:cxn modelId="{880FFD9F-E30D-49EA-AACD-572816D2865B}" type="presParOf" srcId="{4F939355-46B0-462C-9926-8F0CB44C9147}" destId="{58B17C6E-F5A1-4F7A-A7CC-BA8AD9584D69}" srcOrd="0" destOrd="0" presId="urn:microsoft.com/office/officeart/2005/8/layout/vList4"/>
    <dgm:cxn modelId="{0AFC5D1F-2DDF-4FE5-A4CC-3584C6677D95}" type="presParOf" srcId="{4F939355-46B0-462C-9926-8F0CB44C9147}" destId="{636BF472-DF7F-43B8-8A33-4C88373D2480}" srcOrd="1" destOrd="0" presId="urn:microsoft.com/office/officeart/2005/8/layout/vList4"/>
    <dgm:cxn modelId="{259898A8-8C38-40E6-9E0E-E9319E936246}" type="presParOf" srcId="{4F939355-46B0-462C-9926-8F0CB44C9147}" destId="{B0E49093-C022-48FB-8DE9-5072CFCDD72A}" srcOrd="2" destOrd="0" presId="urn:microsoft.com/office/officeart/2005/8/layout/vList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1B2504-76AE-4933-B725-07B138FEF070}">
      <dsp:nvSpPr>
        <dsp:cNvPr id="0" name=""/>
        <dsp:cNvSpPr/>
      </dsp:nvSpPr>
      <dsp:spPr>
        <a:xfrm>
          <a:off x="0" y="166704"/>
          <a:ext cx="8305800" cy="17383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Mempelajari dan menganalisis data menggunakan alat dan teknik modern untuk menemukan pola yang tidak terlihat dan informasi  untuk membuat keputusan bisnis. </a:t>
          </a:r>
        </a:p>
      </dsp:txBody>
      <dsp:txXfrm>
        <a:off x="1834991" y="166704"/>
        <a:ext cx="6470808" cy="1738312"/>
      </dsp:txXfrm>
    </dsp:sp>
    <dsp:sp modelId="{58E99B42-A935-43E7-A7AC-2CE6946EB014}">
      <dsp:nvSpPr>
        <dsp:cNvPr id="0" name=""/>
        <dsp:cNvSpPr/>
      </dsp:nvSpPr>
      <dsp:spPr>
        <a:xfrm>
          <a:off x="173831" y="173831"/>
          <a:ext cx="1661160" cy="1390650"/>
        </a:xfrm>
        <a:prstGeom prst="roundRect">
          <a:avLst>
            <a:gd name="adj" fmla="val 1000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ABFB432-49CC-4CE2-AFDC-EDBA64890BDC}">
      <dsp:nvSpPr>
        <dsp:cNvPr id="0" name=""/>
        <dsp:cNvSpPr/>
      </dsp:nvSpPr>
      <dsp:spPr>
        <a:xfrm>
          <a:off x="0" y="1912143"/>
          <a:ext cx="8305800" cy="17383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Pada era digital dan big data saat sangat penting karena melimpahnya data yang tersedia. </a:t>
          </a:r>
          <a:r>
            <a:rPr lang="en-US" sz="3500" kern="1200"/>
            <a:t>(3V) </a:t>
          </a:r>
        </a:p>
      </dsp:txBody>
      <dsp:txXfrm>
        <a:off x="1834991" y="1912143"/>
        <a:ext cx="6470808" cy="1738312"/>
      </dsp:txXfrm>
    </dsp:sp>
    <dsp:sp modelId="{FF15CBC5-8288-4545-8DF1-879B82EB2869}">
      <dsp:nvSpPr>
        <dsp:cNvPr id="0" name=""/>
        <dsp:cNvSpPr/>
      </dsp:nvSpPr>
      <dsp:spPr>
        <a:xfrm>
          <a:off x="173831" y="2085975"/>
          <a:ext cx="1661160" cy="1390650"/>
        </a:xfrm>
        <a:prstGeom prst="roundRect">
          <a:avLst>
            <a:gd name="adj" fmla="val 10000"/>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13000" r="-1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CFE8F0-B576-40D0-91FD-C1942BDF2F83}">
      <dsp:nvSpPr>
        <dsp:cNvPr id="0" name=""/>
        <dsp:cNvSpPr/>
      </dsp:nvSpPr>
      <dsp:spPr>
        <a:xfrm>
          <a:off x="0" y="3824287"/>
          <a:ext cx="8305800" cy="17383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Memberikan informasi yang dapat menentukan keputusan penting dalam berbagai sektor industri (smarter decisions)</a:t>
          </a:r>
        </a:p>
      </dsp:txBody>
      <dsp:txXfrm>
        <a:off x="1834991" y="3824287"/>
        <a:ext cx="6470808" cy="1738312"/>
      </dsp:txXfrm>
    </dsp:sp>
    <dsp:sp modelId="{A65FB281-95DF-4B71-82DF-08DE0F9CDC60}">
      <dsp:nvSpPr>
        <dsp:cNvPr id="0" name=""/>
        <dsp:cNvSpPr/>
      </dsp:nvSpPr>
      <dsp:spPr>
        <a:xfrm>
          <a:off x="173831" y="3998118"/>
          <a:ext cx="1661160" cy="1390650"/>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84FF5-6D22-48FF-9BFC-269887915976}">
      <dsp:nvSpPr>
        <dsp:cNvPr id="0" name=""/>
        <dsp:cNvSpPr/>
      </dsp:nvSpPr>
      <dsp:spPr>
        <a:xfrm>
          <a:off x="0" y="36506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DC6039-7CE1-490A-920D-EE7938F67AB6}">
      <dsp:nvSpPr>
        <dsp:cNvPr id="0" name=""/>
        <dsp:cNvSpPr/>
      </dsp:nvSpPr>
      <dsp:spPr>
        <a:xfrm>
          <a:off x="391790" y="128901"/>
          <a:ext cx="7835792"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US" sz="2800" kern="1200"/>
            <a:t>Membantu dalam membuat keputusan bisnis</a:t>
          </a:r>
        </a:p>
      </dsp:txBody>
      <dsp:txXfrm>
        <a:off x="414847" y="151958"/>
        <a:ext cx="7789678" cy="426206"/>
      </dsp:txXfrm>
    </dsp:sp>
    <dsp:sp modelId="{B151216B-800C-4A05-8A62-84B4CACDAE33}">
      <dsp:nvSpPr>
        <dsp:cNvPr id="0" name=""/>
        <dsp:cNvSpPr/>
      </dsp:nvSpPr>
      <dsp:spPr>
        <a:xfrm>
          <a:off x="0" y="109082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0A5365-5B4C-43AE-8407-FD9AA811838C}">
      <dsp:nvSpPr>
        <dsp:cNvPr id="0" name=""/>
        <dsp:cNvSpPr/>
      </dsp:nvSpPr>
      <dsp:spPr>
        <a:xfrm>
          <a:off x="411480" y="854661"/>
          <a:ext cx="7437147"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US" sz="2800" kern="1200"/>
            <a:t>Memahami pelanggan dan pasar</a:t>
          </a:r>
          <a:endParaRPr lang="en-US" sz="2000" kern="1200"/>
        </a:p>
      </dsp:txBody>
      <dsp:txXfrm>
        <a:off x="434537" y="877718"/>
        <a:ext cx="7391033" cy="426206"/>
      </dsp:txXfrm>
    </dsp:sp>
    <dsp:sp modelId="{7F2DFD8A-217D-421F-9448-4B21677EDFCB}">
      <dsp:nvSpPr>
        <dsp:cNvPr id="0" name=""/>
        <dsp:cNvSpPr/>
      </dsp:nvSpPr>
      <dsp:spPr>
        <a:xfrm>
          <a:off x="0" y="181658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A0D196-1DA9-4147-9A8E-DB8A1AD10766}">
      <dsp:nvSpPr>
        <dsp:cNvPr id="0" name=""/>
        <dsp:cNvSpPr/>
      </dsp:nvSpPr>
      <dsp:spPr>
        <a:xfrm>
          <a:off x="411480" y="1580421"/>
          <a:ext cx="7094326"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US" sz="2800" kern="1200"/>
            <a:t>Memperbaiki kualitas produk</a:t>
          </a:r>
        </a:p>
      </dsp:txBody>
      <dsp:txXfrm>
        <a:off x="434537" y="1603478"/>
        <a:ext cx="7048212" cy="426206"/>
      </dsp:txXfrm>
    </dsp:sp>
    <dsp:sp modelId="{765D84B0-23A0-4950-84D6-0D68ED93C84F}">
      <dsp:nvSpPr>
        <dsp:cNvPr id="0" name=""/>
        <dsp:cNvSpPr/>
      </dsp:nvSpPr>
      <dsp:spPr>
        <a:xfrm>
          <a:off x="0" y="254234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957D8A-A04B-46EC-814C-E01D6D191F9E}">
      <dsp:nvSpPr>
        <dsp:cNvPr id="0" name=""/>
        <dsp:cNvSpPr/>
      </dsp:nvSpPr>
      <dsp:spPr>
        <a:xfrm>
          <a:off x="411480" y="2306181"/>
          <a:ext cx="576072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US" sz="2800" kern="1200"/>
            <a:t>Meningkatkan layanan</a:t>
          </a:r>
        </a:p>
      </dsp:txBody>
      <dsp:txXfrm>
        <a:off x="434537" y="2329238"/>
        <a:ext cx="5714606" cy="426206"/>
      </dsp:txXfrm>
    </dsp:sp>
    <dsp:sp modelId="{76C99BBA-9689-4C40-81AF-386B63997DAB}">
      <dsp:nvSpPr>
        <dsp:cNvPr id="0" name=""/>
        <dsp:cNvSpPr/>
      </dsp:nvSpPr>
      <dsp:spPr>
        <a:xfrm>
          <a:off x="0" y="326810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2703DAD-33F3-49A0-B378-885B8907206B}">
      <dsp:nvSpPr>
        <dsp:cNvPr id="0" name=""/>
        <dsp:cNvSpPr/>
      </dsp:nvSpPr>
      <dsp:spPr>
        <a:xfrm>
          <a:off x="411480" y="3031941"/>
          <a:ext cx="576072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US" sz="2800" kern="1200"/>
            <a:t>Memperbaiki proses bisnis</a:t>
          </a:r>
        </a:p>
      </dsp:txBody>
      <dsp:txXfrm>
        <a:off x="434537" y="3054998"/>
        <a:ext cx="5714606" cy="426206"/>
      </dsp:txXfrm>
    </dsp:sp>
    <dsp:sp modelId="{5D1D6E28-8B18-4824-A170-1E151D4260F8}">
      <dsp:nvSpPr>
        <dsp:cNvPr id="0" name=""/>
        <dsp:cNvSpPr/>
      </dsp:nvSpPr>
      <dsp:spPr>
        <a:xfrm>
          <a:off x="0" y="399386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B7E7F2-6184-4999-9354-C9D640CC343C}">
      <dsp:nvSpPr>
        <dsp:cNvPr id="0" name=""/>
        <dsp:cNvSpPr/>
      </dsp:nvSpPr>
      <dsp:spPr>
        <a:xfrm>
          <a:off x="391790" y="3757701"/>
          <a:ext cx="7835792"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US" sz="2800" kern="1200"/>
            <a:t>Membuat nilai tambah (revenue) dari data</a:t>
          </a:r>
        </a:p>
      </dsp:txBody>
      <dsp:txXfrm>
        <a:off x="414847" y="3780758"/>
        <a:ext cx="7789678"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D6572-A3ED-4859-8CFD-9218004E74C6}">
      <dsp:nvSpPr>
        <dsp:cNvPr id="0" name=""/>
        <dsp:cNvSpPr/>
      </dsp:nvSpPr>
      <dsp:spPr>
        <a:xfrm>
          <a:off x="1279" y="0"/>
          <a:ext cx="1991320" cy="27940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Business Manager</a:t>
          </a:r>
        </a:p>
      </dsp:txBody>
      <dsp:txXfrm>
        <a:off x="1279" y="1117600"/>
        <a:ext cx="1991320" cy="1117600"/>
      </dsp:txXfrm>
    </dsp:sp>
    <dsp:sp modelId="{9CF00EE6-38B8-45DD-A160-3F0264692200}">
      <dsp:nvSpPr>
        <dsp:cNvPr id="0" name=""/>
        <dsp:cNvSpPr/>
      </dsp:nvSpPr>
      <dsp:spPr>
        <a:xfrm>
          <a:off x="531739" y="167639"/>
          <a:ext cx="930402" cy="930402"/>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6F28CD-B58C-4345-A01F-19BC7BA3C6E8}">
      <dsp:nvSpPr>
        <dsp:cNvPr id="0" name=""/>
        <dsp:cNvSpPr/>
      </dsp:nvSpPr>
      <dsp:spPr>
        <a:xfrm>
          <a:off x="2052339" y="0"/>
          <a:ext cx="1991320" cy="27940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IT Manger</a:t>
          </a:r>
        </a:p>
      </dsp:txBody>
      <dsp:txXfrm>
        <a:off x="2052339" y="1117600"/>
        <a:ext cx="1991320" cy="1117600"/>
      </dsp:txXfrm>
    </dsp:sp>
    <dsp:sp modelId="{B44B0F53-C202-49F0-B480-3133289BE548}">
      <dsp:nvSpPr>
        <dsp:cNvPr id="0" name=""/>
        <dsp:cNvSpPr/>
      </dsp:nvSpPr>
      <dsp:spPr>
        <a:xfrm>
          <a:off x="2582799" y="167639"/>
          <a:ext cx="930402" cy="930402"/>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17000" r="-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7697CD-AF6D-49E1-BFAA-066B909EE9B4}">
      <dsp:nvSpPr>
        <dsp:cNvPr id="0" name=""/>
        <dsp:cNvSpPr/>
      </dsp:nvSpPr>
      <dsp:spPr>
        <a:xfrm>
          <a:off x="4103399" y="0"/>
          <a:ext cx="1991320" cy="27940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Data Science </a:t>
          </a:r>
        </a:p>
        <a:p>
          <a:pPr marL="0" lvl="0" indent="0" algn="ctr" defTabSz="1022350">
            <a:lnSpc>
              <a:spcPct val="90000"/>
            </a:lnSpc>
            <a:spcBef>
              <a:spcPct val="0"/>
            </a:spcBef>
            <a:spcAft>
              <a:spcPct val="35000"/>
            </a:spcAft>
            <a:buNone/>
          </a:pPr>
          <a:r>
            <a:rPr lang="en-US" sz="2300" kern="1200"/>
            <a:t>Manager</a:t>
          </a:r>
        </a:p>
      </dsp:txBody>
      <dsp:txXfrm>
        <a:off x="4103399" y="1117600"/>
        <a:ext cx="1991320" cy="1117600"/>
      </dsp:txXfrm>
    </dsp:sp>
    <dsp:sp modelId="{75FB492B-87D7-456F-AF93-AC194A767783}">
      <dsp:nvSpPr>
        <dsp:cNvPr id="0" name=""/>
        <dsp:cNvSpPr/>
      </dsp:nvSpPr>
      <dsp:spPr>
        <a:xfrm>
          <a:off x="4633858" y="167639"/>
          <a:ext cx="930402" cy="930402"/>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60215AB-1B56-45A2-8CF6-9FCEA45E1145}">
      <dsp:nvSpPr>
        <dsp:cNvPr id="0" name=""/>
        <dsp:cNvSpPr/>
      </dsp:nvSpPr>
      <dsp:spPr>
        <a:xfrm>
          <a:off x="243839" y="2235200"/>
          <a:ext cx="5608320" cy="419100"/>
        </a:xfrm>
        <a:prstGeom prst="leftRight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1F9D8-0749-4B7E-8101-9B6ADABA2D41}">
      <dsp:nvSpPr>
        <dsp:cNvPr id="0" name=""/>
        <dsp:cNvSpPr/>
      </dsp:nvSpPr>
      <dsp:spPr>
        <a:xfrm>
          <a:off x="0" y="0"/>
          <a:ext cx="8229600" cy="837568"/>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a:t>Data Scientist</a:t>
          </a:r>
          <a:endParaRPr lang="en-US" sz="3800" kern="1200"/>
        </a:p>
      </dsp:txBody>
      <dsp:txXfrm>
        <a:off x="1729676" y="0"/>
        <a:ext cx="6499923" cy="837568"/>
      </dsp:txXfrm>
    </dsp:sp>
    <dsp:sp modelId="{9F272F6E-99AB-4ABB-96A0-F32C2A7E1863}">
      <dsp:nvSpPr>
        <dsp:cNvPr id="0" name=""/>
        <dsp:cNvSpPr/>
      </dsp:nvSpPr>
      <dsp:spPr>
        <a:xfrm>
          <a:off x="83756" y="83756"/>
          <a:ext cx="1645920" cy="670054"/>
        </a:xfrm>
        <a:prstGeom prst="roundRect">
          <a:avLst>
            <a:gd name="adj" fmla="val 1000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42000" b="-4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5E32A7-A977-4706-B15D-3E648D69B0E6}">
      <dsp:nvSpPr>
        <dsp:cNvPr id="0" name=""/>
        <dsp:cNvSpPr/>
      </dsp:nvSpPr>
      <dsp:spPr>
        <a:xfrm>
          <a:off x="0" y="838196"/>
          <a:ext cx="8229600" cy="83756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a:t>Data Analyst</a:t>
          </a:r>
          <a:endParaRPr lang="en-US" sz="3800" kern="1200"/>
        </a:p>
      </dsp:txBody>
      <dsp:txXfrm>
        <a:off x="1729676" y="838196"/>
        <a:ext cx="6499923" cy="837568"/>
      </dsp:txXfrm>
    </dsp:sp>
    <dsp:sp modelId="{11001E21-7C63-4D98-A4B2-FBE68BC045C8}">
      <dsp:nvSpPr>
        <dsp:cNvPr id="0" name=""/>
        <dsp:cNvSpPr/>
      </dsp:nvSpPr>
      <dsp:spPr>
        <a:xfrm>
          <a:off x="83756" y="1005082"/>
          <a:ext cx="1645920" cy="670054"/>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48DC19-ACDB-44EA-8235-20BAC814F17B}">
      <dsp:nvSpPr>
        <dsp:cNvPr id="0" name=""/>
        <dsp:cNvSpPr/>
      </dsp:nvSpPr>
      <dsp:spPr>
        <a:xfrm>
          <a:off x="0" y="1842650"/>
          <a:ext cx="8229600" cy="837568"/>
        </a:xfrm>
        <a:prstGeom prst="roundRect">
          <a:avLst>
            <a:gd name="adj" fmla="val 10000"/>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a:solidFill>
                <a:srgbClr val="C00000"/>
              </a:solidFill>
            </a:rPr>
            <a:t>Data Engineers</a:t>
          </a:r>
          <a:endParaRPr lang="en-US" sz="3800" kern="1200">
            <a:solidFill>
              <a:srgbClr val="C00000"/>
            </a:solidFill>
          </a:endParaRPr>
        </a:p>
      </dsp:txBody>
      <dsp:txXfrm>
        <a:off x="1729676" y="1842650"/>
        <a:ext cx="6499923" cy="837568"/>
      </dsp:txXfrm>
    </dsp:sp>
    <dsp:sp modelId="{E0CD151B-D57F-499D-8EE1-1C87E76033F1}">
      <dsp:nvSpPr>
        <dsp:cNvPr id="0" name=""/>
        <dsp:cNvSpPr/>
      </dsp:nvSpPr>
      <dsp:spPr>
        <a:xfrm>
          <a:off x="83756" y="1926407"/>
          <a:ext cx="1645920" cy="670054"/>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F5FC27A-A2FB-4F1C-B8CF-99CE2A35635E}">
      <dsp:nvSpPr>
        <dsp:cNvPr id="0" name=""/>
        <dsp:cNvSpPr/>
      </dsp:nvSpPr>
      <dsp:spPr>
        <a:xfrm>
          <a:off x="0" y="2763975"/>
          <a:ext cx="8229600" cy="83756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a:t>Business Intelligence Specialist</a:t>
          </a:r>
          <a:endParaRPr lang="en-US" sz="3800" kern="1200"/>
        </a:p>
      </dsp:txBody>
      <dsp:txXfrm>
        <a:off x="1729676" y="2763975"/>
        <a:ext cx="6499923" cy="837568"/>
      </dsp:txXfrm>
    </dsp:sp>
    <dsp:sp modelId="{91C4EAFC-785D-49C7-87DD-C319732E4D3E}">
      <dsp:nvSpPr>
        <dsp:cNvPr id="0" name=""/>
        <dsp:cNvSpPr/>
      </dsp:nvSpPr>
      <dsp:spPr>
        <a:xfrm>
          <a:off x="83756" y="2847732"/>
          <a:ext cx="1645920" cy="670054"/>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B17C6E-F5A1-4F7A-A7CC-BA8AD9584D69}">
      <dsp:nvSpPr>
        <dsp:cNvPr id="0" name=""/>
        <dsp:cNvSpPr/>
      </dsp:nvSpPr>
      <dsp:spPr>
        <a:xfrm>
          <a:off x="0" y="3685300"/>
          <a:ext cx="8229600" cy="83756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a:t>Data storyteller </a:t>
          </a:r>
          <a:endParaRPr lang="en-US" sz="3800" kern="1200"/>
        </a:p>
      </dsp:txBody>
      <dsp:txXfrm>
        <a:off x="1729676" y="3685300"/>
        <a:ext cx="6499923" cy="837568"/>
      </dsp:txXfrm>
    </dsp:sp>
    <dsp:sp modelId="{636BF472-DF7F-43B8-8A33-4C88373D2480}">
      <dsp:nvSpPr>
        <dsp:cNvPr id="0" name=""/>
        <dsp:cNvSpPr/>
      </dsp:nvSpPr>
      <dsp:spPr>
        <a:xfrm>
          <a:off x="83756" y="3769057"/>
          <a:ext cx="1645920" cy="670054"/>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stBulletLvl" val="2"/>
              <dgm:param type="txAnchorHorzCh" val="ctr"/>
              <dgm:param type="txAnchorVert" val="mid"/>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B4334F7-DDB5-4C11-9AD3-0C9151D77B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B4334F7-DDB5-4C11-9AD3-0C9151D77B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B4334F7-DDB5-4C11-9AD3-0C9151D77B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9B4334F7-DDB5-4C11-9AD3-0C9151D77BF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9B4334F7-DDB5-4C11-9AD3-0C9151D77BF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9B4334F7-DDB5-4C11-9AD3-0C9151D77BF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4334F7-DDB5-4C11-9AD3-0C9151D77BF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B4334F7-DDB5-4C11-9AD3-0C9151D77BF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B4334F7-DDB5-4C11-9AD3-0C9151D77BF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B4334F7-DDB5-4C11-9AD3-0C9151D77B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B4334F7-DDB5-4C11-9AD3-0C9151D77B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69AD7-3EE9-43E2-9172-F2154731385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4334F7-DDB5-4C11-9AD3-0C9151D77BFF}"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69AD7-3EE9-43E2-9172-F21547313858}"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drive.google.com/file/d/1B-OoJW2Sea0U8sReMOTvfrYlo2gWr2o9/view?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kaggle.com/code/krishnapriya/credit-risk-modelling-catboost-93-5-accuracy" TargetMode="Externa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hyperlink" Target="https://www.neuraldesigner.com/learning/examples/concrete-properties-assessment#NeuralNetwork" TargetMode="Externa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hyperlink" Target="https://www.neuraldesigner.com/learning/examples/forest-fires#DataSet"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ibm.com/cloud/learn/process-mining#:~:text=Process%20mining%20applies%20data%20science,and%20other%20areas%20of%20improvement" TargetMode="Externa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youtube.com/watch?v=VgQjoAHxsqw" TargetMode="External"/><Relationship Id="rId1" Type="http://schemas.openxmlformats.org/officeDocument/2006/relationships/hyperlink" Target="https://towardsdatascience.com/introduction-to-process-mining-5f4ce985b7e5" TargetMode="Externa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eb.facebook.com/datascienceindo?_rdc=1&amp;_rdr" TargetMode="External"/><Relationship Id="rId2" Type="http://schemas.openxmlformats.org/officeDocument/2006/relationships/hyperlink" Target="https://datascience.or.id/" TargetMode="External"/><Relationship Id="rId1" Type="http://schemas.openxmlformats.org/officeDocument/2006/relationships/hyperlink" Target="https://linktr.ee/datascienceindo" TargetMode="Externa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pll.harvard.edu/subject/data-science" TargetMode="External"/><Relationship Id="rId1" Type="http://schemas.openxmlformats.org/officeDocument/2006/relationships/hyperlink" Target="https://dsi-data-curriculum.gitbook.io/ds-curriculu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orangedatamining.com/download/" TargetMode="External"/><Relationship Id="rId3" Type="http://schemas.openxmlformats.org/officeDocument/2006/relationships/hyperlink" Target="https://www.microsoft.com/en-us/power-platform/products/power-bi/downloads" TargetMode="External"/><Relationship Id="rId2" Type="http://schemas.openxmlformats.org/officeDocument/2006/relationships/hyperlink" Target="https://exploratory.io/" TargetMode="External"/><Relationship Id="rId1" Type="http://schemas.openxmlformats.org/officeDocument/2006/relationships/hyperlink" Target="https://jupyterbook.org/en/stable/intro.html" TargetMode="Externa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Pengantar Proyek Sain Data</a:t>
            </a:r>
            <a:br>
              <a:rPr lang="en-US"/>
            </a:br>
            <a:r>
              <a:rPr lang="en-US" sz="3100"/>
              <a:t>KONSEP DAN IMPLEMENTASI DATA SCIENCE UNTUK ANALISA BISNIS</a:t>
            </a:r>
            <a:endParaRPr lang="en-US" sz="3100"/>
          </a:p>
        </p:txBody>
      </p:sp>
      <p:sp>
        <p:nvSpPr>
          <p:cNvPr id="3" name="Subtitle 2"/>
          <p:cNvSpPr>
            <a:spLocks noGrp="1"/>
          </p:cNvSpPr>
          <p:nvPr>
            <p:ph type="subTitle" idx="1"/>
          </p:nvPr>
        </p:nvSpPr>
        <p:spPr/>
        <p:txBody>
          <a:bodyPr>
            <a:normAutofit fontScale="85000" lnSpcReduction="20000"/>
          </a:bodyPr>
          <a:lstStyle/>
          <a:p>
            <a:r>
              <a:rPr lang="en-US" b="1">
                <a:solidFill>
                  <a:srgbClr val="FFFF00"/>
                </a:solidFill>
              </a:rPr>
              <a:t>Mulaab Mulyo</a:t>
            </a:r>
            <a:endParaRPr lang="en-US" b="1">
              <a:solidFill>
                <a:srgbClr val="FFFF00"/>
              </a:solidFill>
            </a:endParaRPr>
          </a:p>
          <a:p>
            <a:endParaRPr lang="en-US" b="1">
              <a:solidFill>
                <a:srgbClr val="FFFF00"/>
              </a:solidFill>
            </a:endParaRPr>
          </a:p>
          <a:p>
            <a:r>
              <a:rPr lang="en-US"/>
              <a:t>PRODI TEKNIK INFORMATIKA</a:t>
            </a:r>
            <a:endParaRPr lang="en-US"/>
          </a:p>
          <a:p>
            <a:r>
              <a:rPr lang="en-US"/>
              <a:t>UNIVERSITAS TRUNOJOYO MADURA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Kelas A</a:t>
            </a:r>
            <a:endParaRPr lang="en-US"/>
          </a:p>
        </p:txBody>
      </p:sp>
      <p:sp>
        <p:nvSpPr>
          <p:cNvPr id="3" name="Content Placeholder 2"/>
          <p:cNvSpPr>
            <a:spLocks noGrp="1"/>
          </p:cNvSpPr>
          <p:nvPr>
            <p:ph idx="1"/>
          </p:nvPr>
        </p:nvSpPr>
        <p:spPr/>
        <p:txBody>
          <a:bodyPr/>
          <a:p>
            <a:r>
              <a:rPr lang="en-US" altLang="en-US"/>
              <a:t>https://forms.gle/Qv4DEFLYpA8znqGa7</a:t>
            </a:r>
            <a:endParaRPr lang="en-US" altLang="en-US"/>
          </a:p>
        </p:txBody>
      </p:sp>
      <p:pic>
        <p:nvPicPr>
          <p:cNvPr id="4" name="Picture 3"/>
          <p:cNvPicPr>
            <a:picLocks noChangeAspect="1"/>
          </p:cNvPicPr>
          <p:nvPr/>
        </p:nvPicPr>
        <p:blipFill>
          <a:blip r:embed="rId1"/>
          <a:stretch>
            <a:fillRect/>
          </a:stretch>
        </p:blipFill>
        <p:spPr>
          <a:xfrm>
            <a:off x="2590800" y="2621280"/>
            <a:ext cx="3862705" cy="3505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Kelas B</a:t>
            </a:r>
            <a:endParaRPr lang="en-US"/>
          </a:p>
        </p:txBody>
      </p:sp>
      <p:sp>
        <p:nvSpPr>
          <p:cNvPr id="3" name="Content Placeholder 2"/>
          <p:cNvSpPr>
            <a:spLocks noGrp="1"/>
          </p:cNvSpPr>
          <p:nvPr>
            <p:ph idx="1"/>
          </p:nvPr>
        </p:nvSpPr>
        <p:spPr/>
        <p:txBody>
          <a:bodyPr/>
          <a:p>
            <a:r>
              <a:rPr lang="en-US" altLang="en-US">
                <a:sym typeface="+mn-ea"/>
              </a:rPr>
              <a:t>https://forms.gle/kW4UmeuERNqUkPK56</a:t>
            </a:r>
            <a:endParaRPr lang="en-US" altLang="en-US"/>
          </a:p>
          <a:p>
            <a:endParaRPr lang="en-US"/>
          </a:p>
        </p:txBody>
      </p:sp>
      <p:pic>
        <p:nvPicPr>
          <p:cNvPr id="4" name="Picture 3"/>
          <p:cNvPicPr>
            <a:picLocks noChangeAspect="1"/>
          </p:cNvPicPr>
          <p:nvPr/>
        </p:nvPicPr>
        <p:blipFill>
          <a:blip r:embed="rId1"/>
          <a:stretch>
            <a:fillRect/>
          </a:stretch>
        </p:blipFill>
        <p:spPr>
          <a:xfrm>
            <a:off x="2590800" y="2667000"/>
            <a:ext cx="4084955" cy="37776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Ketentuan Kuliah PSD</a:t>
            </a:r>
            <a:endParaRPr lang="en-US"/>
          </a:p>
        </p:txBody>
      </p:sp>
      <p:sp>
        <p:nvSpPr>
          <p:cNvPr id="3" name="Content Placeholder 2"/>
          <p:cNvSpPr>
            <a:spLocks noGrp="1"/>
          </p:cNvSpPr>
          <p:nvPr>
            <p:ph idx="1"/>
          </p:nvPr>
        </p:nvSpPr>
        <p:spPr/>
        <p:txBody>
          <a:bodyPr>
            <a:normAutofit/>
          </a:bodyPr>
          <a:lstStyle/>
          <a:p>
            <a:r>
              <a:rPr lang="en-US" sz="2800" b="1">
                <a:solidFill>
                  <a:srgbClr val="FF0000"/>
                </a:solidFill>
                <a:highlight>
                  <a:srgbClr val="FFFF00"/>
                </a:highlight>
              </a:rPr>
              <a:t>Masuk tepat waktu </a:t>
            </a:r>
            <a:r>
              <a:rPr lang="en-US" sz="2800"/>
              <a:t>: (</a:t>
            </a:r>
            <a:r>
              <a:rPr lang="en-US" sz="2800">
                <a:highlight>
                  <a:srgbClr val="FF00FF"/>
                </a:highlight>
              </a:rPr>
              <a:t>terlambat dilarang masuk</a:t>
            </a:r>
            <a:r>
              <a:rPr lang="en-US" sz="2800"/>
              <a:t>)</a:t>
            </a:r>
            <a:endParaRPr lang="en-US" sz="2800"/>
          </a:p>
          <a:p>
            <a:pPr lvl="1"/>
            <a:r>
              <a:rPr lang="en-US" sz="2400"/>
              <a:t>07.00-9.30  : Kelas </a:t>
            </a:r>
            <a:endParaRPr lang="en-US" sz="2400"/>
          </a:p>
          <a:p>
            <a:pPr lvl="1"/>
            <a:r>
              <a:rPr lang="en-US" sz="2400">
                <a:highlight>
                  <a:srgbClr val="FF00FF"/>
                </a:highlight>
              </a:rPr>
              <a:t>09.40-12.00 : Kelas </a:t>
            </a:r>
            <a:endParaRPr lang="en-US" sz="2400">
              <a:highlight>
                <a:srgbClr val="FF00FF"/>
              </a:highlight>
            </a:endParaRPr>
          </a:p>
          <a:p>
            <a:r>
              <a:rPr lang="en-US" sz="2800"/>
              <a:t>Membuat Repositori github.username/PSD</a:t>
            </a:r>
            <a:endParaRPr lang="en-US" sz="2800"/>
          </a:p>
          <a:p>
            <a:r>
              <a:rPr lang="en-US" sz="2800"/>
              <a:t>Membawa laptop (</a:t>
            </a:r>
            <a:r>
              <a:rPr lang="en-US" sz="2800">
                <a:solidFill>
                  <a:srgbClr val="FF0000"/>
                </a:solidFill>
                <a:highlight>
                  <a:srgbClr val="FFFF00"/>
                </a:highlight>
              </a:rPr>
              <a:t>tidak bawa laptop dilarang masuk</a:t>
            </a:r>
            <a:r>
              <a:rPr lang="en-US" sz="2800"/>
              <a:t>)</a:t>
            </a:r>
            <a:endParaRPr lang="en-US" sz="2800"/>
          </a:p>
          <a:p>
            <a:r>
              <a:rPr lang="en-US" sz="2800"/>
              <a:t>Tidak hadir &gt;=4 ( </a:t>
            </a:r>
            <a:r>
              <a:rPr lang="en-US" sz="2800">
                <a:solidFill>
                  <a:srgbClr val="FF0000"/>
                </a:solidFill>
                <a:highlight>
                  <a:srgbClr val="FFFF00"/>
                </a:highlight>
              </a:rPr>
              <a:t>Nilai D</a:t>
            </a:r>
            <a:r>
              <a:rPr lang="en-US" sz="2800">
                <a:highlight>
                  <a:srgbClr val="FFFF00"/>
                </a:highlight>
              </a:rPr>
              <a:t>))</a:t>
            </a:r>
            <a:endParaRPr lang="en-US" sz="2800">
              <a:highlight>
                <a:srgbClr val="FFFF00"/>
              </a:highlight>
            </a:endParaRPr>
          </a:p>
          <a:p>
            <a:r>
              <a:rPr lang="en-US" sz="2800"/>
              <a:t>Ketua Kelas : </a:t>
            </a:r>
            <a:endParaRPr lang="en-US" sz="2800"/>
          </a:p>
          <a:p>
            <a:endParaRPr lang="en-US" sz="2800"/>
          </a:p>
          <a:p>
            <a:pPr lvl="1"/>
            <a:endParaRPr lang="en-US" sz="2400"/>
          </a:p>
        </p:txBody>
      </p:sp>
      <p:graphicFrame>
        <p:nvGraphicFramePr>
          <p:cNvPr id="4" name="Table 3"/>
          <p:cNvGraphicFramePr>
            <a:graphicFrameLocks noGrp="1"/>
          </p:cNvGraphicFramePr>
          <p:nvPr/>
        </p:nvGraphicFramePr>
        <p:xfrm>
          <a:off x="609600" y="5023802"/>
          <a:ext cx="7772400" cy="1559560"/>
        </p:xfrm>
        <a:graphic>
          <a:graphicData uri="http://schemas.openxmlformats.org/drawingml/2006/table">
            <a:tbl>
              <a:tblPr firstRow="1" bandRow="1">
                <a:tableStyleId>{5C22544A-7EE6-4342-B048-85BDC9FD1C3A}</a:tableStyleId>
              </a:tblPr>
              <a:tblGrid>
                <a:gridCol w="3454400"/>
                <a:gridCol w="4318000"/>
              </a:tblGrid>
              <a:tr h="370840">
                <a:tc>
                  <a:txBody>
                    <a:bodyPr/>
                    <a:lstStyle/>
                    <a:p>
                      <a:pPr algn="ctr"/>
                      <a:r>
                        <a:rPr lang="en-US">
                          <a:highlight>
                            <a:srgbClr val="FF00FF"/>
                          </a:highlight>
                        </a:rPr>
                        <a:t>A</a:t>
                      </a:r>
                      <a:endParaRPr lang="en-US">
                        <a:highlight>
                          <a:srgbClr val="FF00FF"/>
                        </a:highlight>
                      </a:endParaRPr>
                    </a:p>
                  </a:txBody>
                  <a:tcPr/>
                </a:tc>
                <a:tc>
                  <a:txBody>
                    <a:bodyPr/>
                    <a:lstStyle/>
                    <a:p>
                      <a:pPr algn="ctr"/>
                      <a:r>
                        <a:rPr lang="en-US">
                          <a:highlight>
                            <a:srgbClr val="FF00FF"/>
                          </a:highlight>
                        </a:rPr>
                        <a:t>B</a:t>
                      </a:r>
                      <a:endParaRPr lang="en-US">
                        <a:highlight>
                          <a:srgbClr val="FF00FF"/>
                        </a:highlight>
                      </a:endParaRPr>
                    </a:p>
                  </a:txBody>
                  <a:tcPr/>
                </a:tc>
              </a:tr>
              <a:tr h="370840">
                <a:tc>
                  <a:txBody>
                    <a:bodyPr/>
                    <a:lstStyle/>
                    <a:p>
                      <a:pPr lvl="1"/>
                      <a:r>
                        <a:rPr lang="en-US" sz="2400">
                          <a:solidFill>
                            <a:srgbClr val="FFFF00"/>
                          </a:solidFill>
                          <a:highlight>
                            <a:srgbClr val="FF00FF"/>
                          </a:highlight>
                        </a:rPr>
                        <a:t>Nama : Habibah</a:t>
                      </a:r>
                      <a:endParaRPr lang="en-US" sz="2400">
                        <a:solidFill>
                          <a:srgbClr val="FFFF00"/>
                        </a:solidFill>
                        <a:highlight>
                          <a:srgbClr val="FF00FF"/>
                        </a:highlight>
                      </a:endParaRPr>
                    </a:p>
                    <a:p>
                      <a:pPr lvl="1"/>
                      <a:r>
                        <a:rPr lang="en-US" sz="2400">
                          <a:solidFill>
                            <a:srgbClr val="FFFF00"/>
                          </a:solidFill>
                          <a:highlight>
                            <a:srgbClr val="FF00FF"/>
                          </a:highlight>
                        </a:rPr>
                        <a:t>NIM : 240411100169</a:t>
                      </a:r>
                      <a:endParaRPr lang="en-US" sz="2400">
                        <a:solidFill>
                          <a:srgbClr val="FFFF00"/>
                        </a:solidFill>
                        <a:highlight>
                          <a:srgbClr val="FF00FF"/>
                        </a:highlight>
                      </a:endParaRPr>
                    </a:p>
                    <a:p>
                      <a:pPr lvl="1"/>
                      <a:r>
                        <a:rPr lang="en-US" sz="2400">
                          <a:solidFill>
                            <a:srgbClr val="FFFF00"/>
                          </a:solidFill>
                          <a:highlight>
                            <a:srgbClr val="FF00FF"/>
                          </a:highlight>
                        </a:rPr>
                        <a:t>NoWa :085847730295</a:t>
                      </a:r>
                      <a:endParaRPr lang="en-US">
                        <a:solidFill>
                          <a:srgbClr val="FFFF00"/>
                        </a:solidFill>
                        <a:highlight>
                          <a:srgbClr val="FF00FF"/>
                        </a:highlight>
                      </a:endParaRPr>
                    </a:p>
                  </a:txBody>
                  <a:tcPr/>
                </a:tc>
                <a:tc>
                  <a:txBody>
                    <a:bodyPr/>
                    <a:lstStyle/>
                    <a:p>
                      <a:pPr lvl="1"/>
                      <a:r>
                        <a:rPr lang="en-US" sz="2400"/>
                        <a:t>Nama : </a:t>
                      </a:r>
                      <a:endParaRPr lang="en-US" sz="2400"/>
                    </a:p>
                    <a:p>
                      <a:pPr lvl="1"/>
                      <a:r>
                        <a:rPr lang="en-US" sz="2400"/>
                        <a:t>NIM : </a:t>
                      </a:r>
                      <a:endParaRPr lang="en-US" sz="2400"/>
                    </a:p>
                    <a:p>
                      <a:pPr lvl="1"/>
                      <a:r>
                        <a:rPr lang="en-US" sz="2400"/>
                        <a:t>No Wa :</a:t>
                      </a:r>
                      <a:endParaRPr lang="en-US"/>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Kelas B</a:t>
            </a:r>
            <a:endParaRPr lang="en-US"/>
          </a:p>
        </p:txBody>
      </p:sp>
      <p:sp>
        <p:nvSpPr>
          <p:cNvPr id="3" name="Content Placeholder 2"/>
          <p:cNvSpPr>
            <a:spLocks noGrp="1"/>
          </p:cNvSpPr>
          <p:nvPr>
            <p:ph idx="1"/>
          </p:nvPr>
        </p:nvSpPr>
        <p:spPr/>
        <p:txBody>
          <a:bodyPr/>
          <a:p>
            <a:r>
              <a:rPr lang="en-US" altLang="en-US"/>
              <a:t>https://forms.gle/kW4UmeuERNqUkPK56</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Rencana Pembelajan Semester</a:t>
            </a:r>
            <a:endParaRPr lang="en-US"/>
          </a:p>
        </p:txBody>
      </p:sp>
      <p:sp>
        <p:nvSpPr>
          <p:cNvPr id="3" name="Content Placeholder 2"/>
          <p:cNvSpPr>
            <a:spLocks noGrp="1"/>
          </p:cNvSpPr>
          <p:nvPr>
            <p:ph idx="1"/>
          </p:nvPr>
        </p:nvSpPr>
        <p:spPr/>
        <p:txBody>
          <a:bodyPr/>
          <a:lstStyle/>
          <a:p>
            <a:pPr marL="0" indent="0" algn="ctr">
              <a:buNone/>
            </a:pPr>
            <a:endParaRPr lang="en-US"/>
          </a:p>
          <a:p>
            <a:pPr marL="0" indent="0" algn="ctr">
              <a:buNone/>
            </a:pPr>
            <a:endParaRPr lang="en-US"/>
          </a:p>
          <a:p>
            <a:pPr marL="0" indent="0" algn="ctr">
              <a:buNone/>
            </a:pPr>
            <a:r>
              <a:rPr lang="en-US"/>
              <a:t>Dokumen RPS Proyek Sains Data  </a:t>
            </a:r>
            <a:r>
              <a:rPr lang="en-US">
                <a:hlinkClick r:id="rId1"/>
              </a:rPr>
              <a:t>disini</a:t>
            </a:r>
            <a:endParaRPr lang="en-US"/>
          </a:p>
          <a:p>
            <a:pPr marL="0" indent="0">
              <a:buNone/>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Capaian Pembelajaran Mata Kuliah</a:t>
            </a:r>
            <a:endParaRPr lang="en-US"/>
          </a:p>
        </p:txBody>
      </p:sp>
      <p:sp>
        <p:nvSpPr>
          <p:cNvPr id="3" name="Content Placeholder 2"/>
          <p:cNvSpPr>
            <a:spLocks noGrp="1"/>
          </p:cNvSpPr>
          <p:nvPr>
            <p:ph idx="1"/>
          </p:nvPr>
        </p:nvSpPr>
        <p:spPr>
          <a:xfrm>
            <a:off x="457200" y="1600200"/>
            <a:ext cx="8229600" cy="4983162"/>
          </a:xfrm>
        </p:spPr>
        <p:txBody>
          <a:bodyPr>
            <a:normAutofit fontScale="70000" lnSpcReduction="20000"/>
          </a:bodyPr>
          <a:lstStyle/>
          <a:p>
            <a:r>
              <a:rPr lang="en-US" sz="4000"/>
              <a:t>Mampu menjelaskan tahapan atau siklus proyek sains data, output dan kendala yang dihadapi pada setiap fase atau stage</a:t>
            </a:r>
            <a:endParaRPr lang="en-US" sz="4000"/>
          </a:p>
          <a:p>
            <a:r>
              <a:rPr lang="en-US" sz="4000"/>
              <a:t>Menerapkan </a:t>
            </a:r>
            <a:r>
              <a:rPr lang="en-US" sz="4000">
                <a:highlight>
                  <a:srgbClr val="FF00FF"/>
                </a:highlight>
              </a:rPr>
              <a:t>pendekatan matematika dan statistika </a:t>
            </a:r>
            <a:r>
              <a:rPr lang="en-US" sz="4000"/>
              <a:t>untuk mendeskripsikan data yang diterima dari pihak pemberi proyek, termasuk memeriksa kejanggalan atau kekurangan dari data tersebut</a:t>
            </a:r>
            <a:endParaRPr lang="en-US" sz="4000"/>
          </a:p>
          <a:p>
            <a:r>
              <a:rPr lang="en-US" sz="4000"/>
              <a:t>Menerapkan teknik visualisasi untuk mendeskripsikan data dengan lebih jelas dan memudahkan analisis dan pembersihan data</a:t>
            </a:r>
            <a:endParaRPr lang="en-US" sz="4000"/>
          </a:p>
          <a:p>
            <a:r>
              <a:rPr lang="en-US" sz="4000"/>
              <a:t>Menggunakan bahasa pemrograman, framework, dan library tertentu untuk analisis data, pembuatan model, dan deploy perangkat lunak sains data</a:t>
            </a:r>
            <a:endParaRPr lang="en-US" sz="4000"/>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Capaian Pembelajaran Mata Kuliah</a:t>
            </a:r>
            <a:endParaRPr lang="en-US"/>
          </a:p>
        </p:txBody>
      </p:sp>
      <p:sp>
        <p:nvSpPr>
          <p:cNvPr id="3" name="Content Placeholder 2"/>
          <p:cNvSpPr>
            <a:spLocks noGrp="1"/>
          </p:cNvSpPr>
          <p:nvPr>
            <p:ph idx="1"/>
          </p:nvPr>
        </p:nvSpPr>
        <p:spPr>
          <a:xfrm>
            <a:off x="457200" y="1600200"/>
            <a:ext cx="8229600" cy="4876800"/>
          </a:xfrm>
        </p:spPr>
        <p:txBody>
          <a:bodyPr>
            <a:normAutofit/>
          </a:bodyPr>
          <a:lstStyle/>
          <a:p>
            <a:r>
              <a:rPr lang="en-US"/>
              <a:t>Melakukan imputasi dan normalisasi data sehingga proses analisis nantinya dapat dilaksanakan secara tepat dan lebih mudah</a:t>
            </a:r>
            <a:endParaRPr lang="en-US"/>
          </a:p>
          <a:p>
            <a:r>
              <a:rPr lang="en-US"/>
              <a:t>Memilih dan menerapkan teknik machine learning terbaik menggunakan teknologi dan perangkat yang tepat sehingga diperoleh model yang tepat, baik untuk prediksi (klasifikasi atau regresi), segmentasi pelanggan, clustering, atau tujuan lain</a:t>
            </a:r>
            <a:endParaRPr 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r>
              <a:rPr lang="en-US"/>
              <a:t>Menguji dan mengevaluasi kinerja model machine learning yang dihasilkan menggunakan metrik yang diakui secara internasional dan memperbaiki tahapan sebelumnya untuk memperoleh kinerja yang lebih baik</a:t>
            </a:r>
            <a:endParaRPr lang="en-US"/>
          </a:p>
          <a:p>
            <a:r>
              <a:rPr lang="en-US"/>
              <a:t>Mendeploy hasil proyek sains data sesuai dengan teknologi yang digunakan</a:t>
            </a:r>
            <a:endParaRPr lang="en-US"/>
          </a:p>
          <a:p>
            <a:r>
              <a:rPr lang="en-US"/>
              <a:t>Mampu membuat dokumen teknis pengembangan perangkat lunak sains data (untuk tim pengembang) dan dokumen panduan penggunaan (untuk pengguna)</a:t>
            </a:r>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a:t>Pertemuan I</a:t>
            </a:r>
            <a:endParaRPr lang="en-US"/>
          </a:p>
          <a:p>
            <a:pPr lvl="1"/>
            <a:r>
              <a:rPr lang="en-US"/>
              <a:t>Pengantar Sains Data </a:t>
            </a:r>
            <a:endParaRPr lang="en-US"/>
          </a:p>
          <a:p>
            <a:pPr lvl="1"/>
            <a:r>
              <a:rPr lang="en-US"/>
              <a:t>Kebutuhan Sains Data • </a:t>
            </a:r>
            <a:endParaRPr lang="en-US"/>
          </a:p>
          <a:p>
            <a:pPr lvl="1"/>
            <a:r>
              <a:rPr lang="en-US"/>
              <a:t>Tahapan/Siklus hidup Sains Data</a:t>
            </a:r>
            <a:endParaRPr lang="en-US"/>
          </a:p>
          <a:p>
            <a:r>
              <a:rPr lang="en-US"/>
              <a:t>Pertemuan II</a:t>
            </a:r>
            <a:endParaRPr lang="en-US"/>
          </a:p>
          <a:p>
            <a:pPr lvl="1"/>
            <a:r>
              <a:rPr lang="en-US" sz="2700"/>
              <a:t>Business</a:t>
            </a:r>
            <a:r>
              <a:rPr lang="en-US"/>
              <a:t> Problem Understanding </a:t>
            </a:r>
            <a:endParaRPr lang="en-US"/>
          </a:p>
          <a:p>
            <a:pPr lvl="1"/>
            <a:r>
              <a:rPr lang="en-US"/>
              <a:t>Exploratory Data Analysis </a:t>
            </a:r>
            <a:endParaRPr lang="en-US"/>
          </a:p>
          <a:p>
            <a:pPr lvl="1"/>
            <a:r>
              <a:rPr lang="en-US"/>
              <a:t>Penggunaan tools statistik untuk menganalisa data (Power BI) </a:t>
            </a:r>
            <a:endParaRPr lang="en-US"/>
          </a:p>
          <a:p>
            <a:pPr lvl="1"/>
            <a:r>
              <a:rPr lang="en-US"/>
              <a:t>Data Kaggle sebagai data acuan</a:t>
            </a:r>
            <a:endParaRPr lang="en-US"/>
          </a:p>
          <a:p>
            <a:r>
              <a:rPr lang="en-US"/>
              <a:t>Pertemuan III</a:t>
            </a:r>
            <a:endParaRPr lang="en-US"/>
          </a:p>
          <a:p>
            <a:pPr lvl="1"/>
            <a:r>
              <a:rPr lang="en-US"/>
              <a:t>Data Engineering</a:t>
            </a:r>
            <a:endParaRPr lang="en-US"/>
          </a:p>
          <a:p>
            <a:pPr lvl="1"/>
            <a:r>
              <a:rPr lang="en-US"/>
              <a:t>Mapping Data o </a:t>
            </a:r>
            <a:endParaRPr lang="en-US"/>
          </a:p>
          <a:p>
            <a:pPr lvl="1"/>
            <a:r>
              <a:rPr lang="en-US"/>
              <a:t>Integrasi Data o </a:t>
            </a:r>
            <a:endParaRPr lang="en-US"/>
          </a:p>
          <a:p>
            <a:pPr lvl="1"/>
            <a:r>
              <a:rPr lang="en-US"/>
              <a:t>Transformasi Data</a:t>
            </a:r>
            <a:endParaRPr lang="en-US"/>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a:t>Pertemuan IV (Data Preparation)</a:t>
            </a:r>
            <a:endParaRPr lang="en-US"/>
          </a:p>
          <a:p>
            <a:pPr lvl="1"/>
            <a:r>
              <a:rPr lang="en-US"/>
              <a:t>Cleaning Data </a:t>
            </a:r>
            <a:endParaRPr lang="en-US"/>
          </a:p>
          <a:p>
            <a:pPr lvl="1"/>
            <a:r>
              <a:rPr lang="en-US"/>
              <a:t>Normalisasi Data </a:t>
            </a:r>
            <a:endParaRPr lang="en-US"/>
          </a:p>
          <a:p>
            <a:pPr lvl="1"/>
            <a:r>
              <a:rPr lang="en-US"/>
              <a:t>Balancing Data </a:t>
            </a:r>
            <a:endParaRPr lang="en-US"/>
          </a:p>
          <a:p>
            <a:pPr lvl="1"/>
            <a:r>
              <a:rPr lang="en-US"/>
              <a:t>Missing Value </a:t>
            </a:r>
            <a:endParaRPr lang="en-US"/>
          </a:p>
          <a:p>
            <a:pPr lvl="1"/>
            <a:r>
              <a:rPr lang="en-US"/>
              <a:t>Outlier Detection</a:t>
            </a:r>
            <a:endParaRPr lang="en-US"/>
          </a:p>
          <a:p>
            <a:pPr lvl="1"/>
            <a:r>
              <a:rPr lang="en-US"/>
              <a:t>Pertemuan IV</a:t>
            </a:r>
            <a:endParaRPr lang="en-US"/>
          </a:p>
          <a:p>
            <a:pPr lvl="1"/>
            <a:endParaRPr lang="en-US"/>
          </a:p>
          <a:p>
            <a:r>
              <a:rPr lang="en-US"/>
              <a:t>Pertemuan V (Data Preparation) </a:t>
            </a:r>
            <a:endParaRPr lang="en-US"/>
          </a:p>
          <a:p>
            <a:pPr lvl="1"/>
            <a:r>
              <a:rPr lang="en-US"/>
              <a:t>Extraction Feature </a:t>
            </a:r>
            <a:endParaRPr lang="en-US"/>
          </a:p>
          <a:p>
            <a:pPr lvl="1"/>
            <a:r>
              <a:rPr lang="en-US"/>
              <a:t>Selection Feature</a:t>
            </a:r>
            <a:endParaRPr lang="en-US"/>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Pertemuan VI (Modelling dan evaluasi)</a:t>
            </a:r>
            <a:endParaRPr lang="en-US"/>
          </a:p>
          <a:p>
            <a:pPr lvl="1"/>
            <a:r>
              <a:rPr lang="en-US"/>
              <a:t>Supervise Learning  </a:t>
            </a:r>
            <a:endParaRPr lang="en-US"/>
          </a:p>
          <a:p>
            <a:pPr lvl="1"/>
            <a:r>
              <a:rPr lang="en-US"/>
              <a:t>Unsupervise Learning  </a:t>
            </a:r>
            <a:endParaRPr lang="en-US"/>
          </a:p>
          <a:p>
            <a:pPr lvl="1"/>
            <a:r>
              <a:rPr lang="en-US"/>
              <a:t>Evaluasi</a:t>
            </a:r>
            <a:endParaRPr lang="en-US"/>
          </a:p>
          <a:p>
            <a:r>
              <a:rPr lang="en-US"/>
              <a:t>Pertemuan VI I(Deployment)</a:t>
            </a:r>
            <a:endParaRPr lang="en-US"/>
          </a:p>
          <a:p>
            <a:pPr lvl="1"/>
            <a:r>
              <a:rPr lang="en-US"/>
              <a:t>Framework Web</a:t>
            </a:r>
            <a:endParaRPr lang="en-US"/>
          </a:p>
          <a:p>
            <a:pPr lvl="1"/>
            <a:r>
              <a:rPr lang="en-US"/>
              <a:t>Containerisasi</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609600" y="1066800"/>
          <a:ext cx="8305800" cy="5562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Title 1"/>
          <p:cNvSpPr>
            <a:spLocks noGrp="1"/>
          </p:cNvSpPr>
          <p:nvPr>
            <p:ph type="title"/>
          </p:nvPr>
        </p:nvSpPr>
        <p:spPr>
          <a:xfrm>
            <a:off x="457200" y="-76200"/>
            <a:ext cx="8229600" cy="1143000"/>
          </a:xfrm>
        </p:spPr>
        <p:txBody>
          <a:bodyPr/>
          <a:lstStyle/>
          <a:p>
            <a:r>
              <a:rPr lang="en-US"/>
              <a:t>Pengertian dan Manfaat</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Manfaat Sains Data (Data Mining) </a:t>
            </a:r>
            <a:endParaRPr lang="en-US"/>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normAutofit fontScale="90000"/>
          </a:bodyPr>
          <a:lstStyle/>
          <a:p>
            <a:pPr lvl="0"/>
            <a:r>
              <a:rPr lang="en-US"/>
              <a:t>Membantu dalam membuat keputusan bisnis</a:t>
            </a:r>
            <a:endParaRPr lang="en-US"/>
          </a:p>
        </p:txBody>
      </p:sp>
      <p:sp>
        <p:nvSpPr>
          <p:cNvPr id="4" name="TextBox 3"/>
          <p:cNvSpPr txBox="1"/>
          <p:nvPr/>
        </p:nvSpPr>
        <p:spPr>
          <a:xfrm>
            <a:off x="574964" y="1544452"/>
            <a:ext cx="8569036" cy="3539430"/>
          </a:xfrm>
          <a:prstGeom prst="rect">
            <a:avLst/>
          </a:prstGeom>
          <a:noFill/>
        </p:spPr>
        <p:txBody>
          <a:bodyPr wrap="square" rtlCol="0">
            <a:spAutoFit/>
          </a:bodyPr>
          <a:lstStyle/>
          <a:p>
            <a:pPr marL="914400" lvl="1" indent="-457200">
              <a:buFont typeface="Arial" panose="020B0604020202020204" pitchFamily="34" charset="0"/>
              <a:buChar char="•"/>
            </a:pPr>
            <a:r>
              <a:rPr lang="en-US" sz="2800"/>
              <a:t>membantu perusahaan mencapai tujuannya</a:t>
            </a:r>
            <a:endParaRPr lang="en-US" sz="2800"/>
          </a:p>
          <a:p>
            <a:pPr marL="914400" lvl="1" indent="-457200">
              <a:buFont typeface="Arial" panose="020B0604020202020204" pitchFamily="34" charset="0"/>
              <a:buChar char="•"/>
            </a:pPr>
            <a:r>
              <a:rPr lang="en-US" sz="2800"/>
              <a:t>Membantu memenuhi kepuasan pengguna</a:t>
            </a:r>
            <a:endParaRPr lang="en-US" sz="2800"/>
          </a:p>
          <a:p>
            <a:pPr marL="914400" lvl="1" indent="-457200">
              <a:buFont typeface="Arial" panose="020B0604020202020204" pitchFamily="34" charset="0"/>
              <a:buChar char="•"/>
            </a:pPr>
            <a:r>
              <a:rPr lang="en-US" sz="2800"/>
              <a:t>Keputusan berdasarkan data (key business questions)</a:t>
            </a:r>
            <a:endParaRPr lang="en-US" sz="2800"/>
          </a:p>
          <a:p>
            <a:pPr marL="914400" lvl="1" indent="-457200">
              <a:buFont typeface="Arial" panose="020B0604020202020204" pitchFamily="34" charset="0"/>
              <a:buChar char="•"/>
            </a:pPr>
            <a:endParaRPr lang="en-US" sz="2800"/>
          </a:p>
          <a:p>
            <a:pPr marL="914400" lvl="1" indent="-457200">
              <a:buFont typeface="Arial" panose="020B0604020202020204" pitchFamily="34" charset="0"/>
              <a:buChar char="•"/>
            </a:pPr>
            <a:endParaRPr lang="en-US" sz="2800"/>
          </a:p>
          <a:p>
            <a:pPr marL="914400" lvl="1" indent="-457200">
              <a:buFont typeface="Arial" panose="020B0604020202020204" pitchFamily="34" charset="0"/>
              <a:buChar char="•"/>
            </a:pPr>
            <a:endParaRPr lang="en-US" sz="2800"/>
          </a:p>
          <a:p>
            <a:r>
              <a:rPr lang="en-US" sz="2800"/>
              <a:t> </a:t>
            </a:r>
            <a:endParaRPr lang="en-US"/>
          </a:p>
        </p:txBody>
      </p:sp>
      <p:sp>
        <p:nvSpPr>
          <p:cNvPr id="5" name="Rectangle 4"/>
          <p:cNvSpPr/>
          <p:nvPr/>
        </p:nvSpPr>
        <p:spPr>
          <a:xfrm rot="20931536">
            <a:off x="1279771" y="4352510"/>
            <a:ext cx="6140079" cy="923330"/>
          </a:xfrm>
          <a:prstGeom prst="rect">
            <a:avLst/>
          </a:prstGeom>
          <a:noFill/>
        </p:spPr>
        <p:txBody>
          <a:bodyPr wrap="none" lIns="91440" tIns="45720" rIns="91440" bIns="45720">
            <a:spAutoFit/>
          </a:bodyPr>
          <a:lstStyle/>
          <a:p>
            <a:pPr algn="ctr"/>
            <a:r>
              <a:rPr lang="en-US" sz="5400" b="1"/>
              <a:t>Credit Risk Modeling</a:t>
            </a:r>
            <a:endParaRPr lang="en-US" sz="5400" b="0" cap="none" spc="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Credit Risk Modeling</a:t>
            </a:r>
            <a:br>
              <a:rPr lang="en-US" b="1"/>
            </a:br>
            <a:endParaRPr lang="en-US"/>
          </a:p>
        </p:txBody>
      </p:sp>
      <p:sp>
        <p:nvSpPr>
          <p:cNvPr id="3" name="Content Placeholder 2"/>
          <p:cNvSpPr>
            <a:spLocks noGrp="1"/>
          </p:cNvSpPr>
          <p:nvPr>
            <p:ph idx="1"/>
          </p:nvPr>
        </p:nvSpPr>
        <p:spPr/>
        <p:txBody>
          <a:bodyPr>
            <a:normAutofit/>
          </a:bodyPr>
          <a:lstStyle/>
          <a:p>
            <a:r>
              <a:rPr lang="en-US"/>
              <a:t>Pemodelan risiko kredit adalah proses memperkirakan probabilitas bahwa peminjam akan gagal membayar pinjaman mereka</a:t>
            </a:r>
            <a:endParaRPr lang="en-US"/>
          </a:p>
          <a:p>
            <a:pPr lvl="1"/>
            <a:r>
              <a:rPr lang="en-US"/>
              <a:t>Siapa yang ditolak dan siapa yang diterima</a:t>
            </a:r>
            <a:endParaRPr lang="en-US"/>
          </a:p>
          <a:p>
            <a:pPr lvl="1"/>
            <a:r>
              <a:rPr lang="en-US"/>
              <a:t>Berapa besaran pinjaman yang harus di berikan </a:t>
            </a:r>
            <a:endParaRPr lang="en-US"/>
          </a:p>
          <a:p>
            <a:pPr lvl="1"/>
            <a:r>
              <a:rPr lang="en-US"/>
              <a:t>Jangka waktu pengembalian kredit</a:t>
            </a:r>
            <a:endParaRPr lang="en-US"/>
          </a:p>
          <a:p>
            <a:pPr lvl="1"/>
            <a:endParaRPr lang="en-US"/>
          </a:p>
        </p:txBody>
      </p:sp>
      <p:sp>
        <p:nvSpPr>
          <p:cNvPr id="17" name="Rounded Rectangle 4"/>
          <p:cNvSpPr/>
          <p:nvPr/>
        </p:nvSpPr>
        <p:spPr>
          <a:xfrm>
            <a:off x="308286" y="1482271"/>
            <a:ext cx="8146428" cy="48629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0" tIns="190500" rIns="190500" bIns="190500" numCol="1" spcCol="1270" anchor="ctr" anchorCtr="0">
            <a:noAutofit/>
          </a:bodyPr>
          <a:lstStyle/>
          <a:p>
            <a:pPr lvl="0" algn="l" defTabSz="2222500">
              <a:lnSpc>
                <a:spcPct val="90000"/>
              </a:lnSpc>
              <a:spcBef>
                <a:spcPct val="0"/>
              </a:spcBef>
              <a:spcAft>
                <a:spcPct val="35000"/>
              </a:spcAft>
            </a:pPr>
            <a:endParaRPr lang="en-US" sz="5000" kern="1200"/>
          </a:p>
        </p:txBody>
      </p:sp>
      <p:sp>
        <p:nvSpPr>
          <p:cNvPr id="19" name="Rectangle 18"/>
          <p:cNvSpPr/>
          <p:nvPr/>
        </p:nvSpPr>
        <p:spPr>
          <a:xfrm>
            <a:off x="990600" y="5029200"/>
            <a:ext cx="7464114" cy="1384995"/>
          </a:xfrm>
          <a:prstGeom prst="rect">
            <a:avLst/>
          </a:prstGeom>
          <a:solidFill>
            <a:srgbClr val="00B0F0"/>
          </a:solidFill>
        </p:spPr>
        <p:txBody>
          <a:bodyPr wrap="square">
            <a:spAutoFit/>
          </a:bodyPr>
          <a:lstStyle/>
          <a:p>
            <a:pPr lvl="1"/>
            <a:r>
              <a:rPr lang="en-US" sz="2800">
                <a:hlinkClick r:id="rId1"/>
              </a:rPr>
              <a:t>https://www.kaggle.com/code/krishnapriya/credit-risk-modelling-catboost-93-5-accuracy</a:t>
            </a:r>
            <a:endParaRPr lang="en-US" sz="2800"/>
          </a:p>
          <a:p>
            <a:pPr lvl="1"/>
            <a:endParaRPr lang="en-US" sz="2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normAutofit/>
          </a:bodyPr>
          <a:lstStyle/>
          <a:p>
            <a:pPr lvl="0"/>
            <a:r>
              <a:rPr lang="en-US"/>
              <a:t>Memahami pelanggan dan pasar</a:t>
            </a:r>
            <a:endParaRPr lang="en-US"/>
          </a:p>
        </p:txBody>
      </p:sp>
      <p:pic>
        <p:nvPicPr>
          <p:cNvPr id="1026" name="Picture 2" descr="https://www.capspire.com/wp-content/uploads/2020/01/Graph-1-1-1024x490.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3962400"/>
            <a:ext cx="5499756" cy="26317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04800" y="1544451"/>
            <a:ext cx="9116214" cy="3108543"/>
          </a:xfrm>
          <a:prstGeom prst="rect">
            <a:avLst/>
          </a:prstGeom>
          <a:noFill/>
        </p:spPr>
        <p:txBody>
          <a:bodyPr wrap="none" rtlCol="0">
            <a:spAutoFit/>
          </a:bodyPr>
          <a:lstStyle/>
          <a:p>
            <a:pPr marL="457200" indent="-457200">
              <a:buFont typeface="Arial" panose="020B0604020202020204" pitchFamily="34" charset="0"/>
              <a:buChar char="•"/>
            </a:pPr>
            <a:r>
              <a:rPr lang="en-US" sz="2400"/>
              <a:t>Memahami trend permintaan pasar</a:t>
            </a:r>
            <a:endParaRPr lang="en-US" sz="2400"/>
          </a:p>
          <a:p>
            <a:pPr marL="457200" indent="-457200">
              <a:buFont typeface="Arial" panose="020B0604020202020204" pitchFamily="34" charset="0"/>
              <a:buChar char="•"/>
            </a:pPr>
            <a:r>
              <a:rPr lang="en-US" sz="2400"/>
              <a:t>Memprediksi kenaikan harga</a:t>
            </a:r>
            <a:endParaRPr lang="en-US" sz="2400"/>
          </a:p>
          <a:p>
            <a:pPr marL="457200" indent="-457200">
              <a:buFont typeface="Arial" panose="020B0604020202020204" pitchFamily="34" charset="0"/>
              <a:buChar char="•"/>
            </a:pPr>
            <a:r>
              <a:rPr lang="en-US" sz="2400"/>
              <a:t>Memprediksi penumpang untuk bisnis transortasi </a:t>
            </a:r>
            <a:endParaRPr lang="en-US" sz="2400"/>
          </a:p>
          <a:p>
            <a:pPr marL="457200" indent="-457200">
              <a:buFont typeface="Arial" panose="020B0604020202020204" pitchFamily="34" charset="0"/>
              <a:buChar char="•"/>
            </a:pPr>
            <a:r>
              <a:rPr lang="en-US" sz="2400"/>
              <a:t>untuk memahami pelanggan (siapa, dimana dan apa kebutuhannya)</a:t>
            </a:r>
            <a:endParaRPr lang="en-US" sz="2400"/>
          </a:p>
          <a:p>
            <a:pPr marL="457200" indent="-457200">
              <a:buFont typeface="Arial" panose="020B0604020202020204" pitchFamily="34" charset="0"/>
              <a:buChar char="•"/>
            </a:pPr>
            <a:r>
              <a:rPr lang="en-US" sz="2400"/>
              <a:t>Untuk analisa  market trend trend pelanggan berdasarkan </a:t>
            </a:r>
            <a:endParaRPr lang="en-US" sz="2400"/>
          </a:p>
          <a:p>
            <a:pPr marL="914400" lvl="1" indent="-457200">
              <a:buFont typeface="Arial" panose="020B0604020202020204" pitchFamily="34" charset="0"/>
              <a:buChar char="•"/>
            </a:pPr>
            <a:r>
              <a:rPr lang="en-US" sz="2400"/>
              <a:t>suku bunga bank, </a:t>
            </a:r>
            <a:endParaRPr lang="en-US" sz="2400"/>
          </a:p>
          <a:p>
            <a:pPr marL="914400" lvl="1" indent="-457200">
              <a:buFont typeface="Arial" panose="020B0604020202020204" pitchFamily="34" charset="0"/>
              <a:buChar char="•"/>
            </a:pPr>
            <a:r>
              <a:rPr lang="en-US" sz="2400"/>
              <a:t>GDP, dll</a:t>
            </a:r>
            <a:endParaRPr lang="en-US" sz="2400"/>
          </a:p>
          <a:p>
            <a:r>
              <a:rPr lang="en-US" sz="2800"/>
              <a:t> </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Pelanggan</a:t>
            </a:r>
            <a:endParaRPr lang="en-US"/>
          </a:p>
        </p:txBody>
      </p:sp>
      <p:sp>
        <p:nvSpPr>
          <p:cNvPr id="3" name="Content Placeholder 2"/>
          <p:cNvSpPr>
            <a:spLocks noGrp="1"/>
          </p:cNvSpPr>
          <p:nvPr>
            <p:ph idx="1"/>
          </p:nvPr>
        </p:nvSpPr>
        <p:spPr/>
        <p:txBody>
          <a:bodyPr>
            <a:normAutofit fontScale="92500" lnSpcReduction="10000"/>
          </a:bodyPr>
          <a:lstStyle/>
          <a:p>
            <a:r>
              <a:rPr lang="en-US"/>
              <a:t>Macam data Pelanggan</a:t>
            </a:r>
            <a:endParaRPr lang="en-US"/>
          </a:p>
          <a:p>
            <a:pPr lvl="1"/>
            <a:r>
              <a:rPr lang="en-US"/>
              <a:t>Personal data  yang terkait dengan data diri dan data demography</a:t>
            </a:r>
            <a:endParaRPr lang="en-US"/>
          </a:p>
          <a:p>
            <a:pPr lvl="1"/>
            <a:r>
              <a:rPr lang="en-US"/>
              <a:t>Behavioural data yang terkait dengan transaksi yang telah dilakukan dengan perusahaan. ( web log, interaksi e-commerse)</a:t>
            </a:r>
            <a:endParaRPr lang="en-US"/>
          </a:p>
          <a:p>
            <a:pPr lvl="1"/>
            <a:r>
              <a:rPr lang="en-US"/>
              <a:t>Attitudinal data: data yang diperoleh tidak secara langsung dengan bisnis. Data ini terkait dengan respon pelanggan terhadap produk dan layanan perusahaan. Data bisa diperoleh dari survey atau sentimen pada media sosial</a:t>
            </a:r>
            <a:endParaRPr lang="en-US"/>
          </a:p>
          <a:p>
            <a:pPr lvl="1"/>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normAutofit/>
          </a:bodyPr>
          <a:lstStyle/>
          <a:p>
            <a:r>
              <a:rPr lang="en-US"/>
              <a:t>Memperbaiki kualitas produk</a:t>
            </a:r>
            <a:endParaRPr lang="en-US"/>
          </a:p>
        </p:txBody>
      </p:sp>
      <p:sp>
        <p:nvSpPr>
          <p:cNvPr id="4" name="TextBox 3"/>
          <p:cNvSpPr txBox="1"/>
          <p:nvPr/>
        </p:nvSpPr>
        <p:spPr>
          <a:xfrm>
            <a:off x="574965" y="1544452"/>
            <a:ext cx="8569036" cy="1815882"/>
          </a:xfrm>
          <a:prstGeom prst="rect">
            <a:avLst/>
          </a:prstGeom>
          <a:noFill/>
        </p:spPr>
        <p:txBody>
          <a:bodyPr wrap="square" rtlCol="0">
            <a:spAutoFit/>
          </a:bodyPr>
          <a:lstStyle/>
          <a:p>
            <a:pPr marL="457200" indent="-457200">
              <a:buFont typeface="Arial" panose="020B0604020202020204" pitchFamily="34" charset="0"/>
              <a:buChar char="•"/>
            </a:pPr>
            <a:r>
              <a:rPr lang="sv-SE" sz="2800"/>
              <a:t>Contoh : </a:t>
            </a:r>
            <a:r>
              <a:rPr lang="sv-SE" sz="2800" b="1"/>
              <a:t>Modelkan kuat tekan beton </a:t>
            </a:r>
            <a:endParaRPr lang="sv-SE" sz="2800" b="1"/>
          </a:p>
          <a:p>
            <a:pPr marL="914400" lvl="1" indent="-457200">
              <a:buFont typeface="Arial" panose="020B0604020202020204" pitchFamily="34" charset="0"/>
              <a:buChar char="•"/>
            </a:pPr>
            <a:r>
              <a:rPr lang="sv-SE" sz="2800"/>
              <a:t>Kuat tekan merupakan salah satu sifat yang paling penting dari beton.</a:t>
            </a:r>
            <a:endParaRPr lang="en-US" sz="2800"/>
          </a:p>
          <a:p>
            <a:r>
              <a:rPr lang="en-US" sz="2800"/>
              <a:t> </a:t>
            </a:r>
            <a:endParaRPr lang="en-US"/>
          </a:p>
        </p:txBody>
      </p:sp>
      <p:sp>
        <p:nvSpPr>
          <p:cNvPr id="3" name="Round Same Side Corner Rectangle 2"/>
          <p:cNvSpPr/>
          <p:nvPr/>
        </p:nvSpPr>
        <p:spPr>
          <a:xfrm>
            <a:off x="304800" y="6172200"/>
            <a:ext cx="7467600" cy="5334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https://www.neuraldesigner.com/learning/examples/concrete-properties-assessment#NeuralNetwork</a:t>
            </a:r>
            <a:endParaRPr 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2971800"/>
            <a:ext cx="5800725"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normAutofit/>
          </a:bodyPr>
          <a:lstStyle/>
          <a:p>
            <a:pPr lvl="0"/>
            <a:r>
              <a:rPr lang="en-US"/>
              <a:t>Meningkatkan layanan</a:t>
            </a:r>
            <a:endParaRPr lang="en-US"/>
          </a:p>
        </p:txBody>
      </p:sp>
      <p:sp>
        <p:nvSpPr>
          <p:cNvPr id="4" name="TextBox 3"/>
          <p:cNvSpPr txBox="1"/>
          <p:nvPr/>
        </p:nvSpPr>
        <p:spPr>
          <a:xfrm>
            <a:off x="574965" y="1544452"/>
            <a:ext cx="8569036" cy="1815882"/>
          </a:xfrm>
          <a:prstGeom prst="rect">
            <a:avLst/>
          </a:prstGeom>
          <a:noFill/>
        </p:spPr>
        <p:txBody>
          <a:bodyPr wrap="square" rtlCol="0">
            <a:spAutoFit/>
          </a:bodyPr>
          <a:lstStyle/>
          <a:p>
            <a:pPr marL="457200" indent="-457200">
              <a:buFont typeface="Arial" panose="020B0604020202020204" pitchFamily="34" charset="0"/>
              <a:buChar char="•"/>
            </a:pPr>
            <a:r>
              <a:rPr lang="en-US" sz="2800"/>
              <a:t>Pembelajaran mesin memungkinkan kita untuk membangun model yang mengaitkan berbagai variabel terhadap pengobatan pada masing-masing pasien</a:t>
            </a:r>
            <a:endParaRPr lang="en-US" sz="2800"/>
          </a:p>
          <a:p>
            <a:r>
              <a:rPr lang="en-US" sz="2800"/>
              <a:t> </a:t>
            </a:r>
            <a:endParaRPr lang="en-US"/>
          </a:p>
        </p:txBody>
      </p:sp>
      <p:sp>
        <p:nvSpPr>
          <p:cNvPr id="3" name="Round Same Side Corner Rectangle 2"/>
          <p:cNvSpPr/>
          <p:nvPr/>
        </p:nvSpPr>
        <p:spPr>
          <a:xfrm>
            <a:off x="304800" y="5867400"/>
            <a:ext cx="7467600" cy="838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1"/>
              </a:rPr>
              <a:t>https://www.neuraldesigner.com/learning/examples/concrete-properties-assessment#NeuralNetwork</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582" y="3339552"/>
            <a:ext cx="3428155"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3048000"/>
            <a:ext cx="4000500"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normAutofit/>
          </a:bodyPr>
          <a:lstStyle/>
          <a:p>
            <a:pPr lvl="0"/>
            <a:r>
              <a:rPr lang="en-US"/>
              <a:t>Meningkatkan layanan</a:t>
            </a:r>
            <a:endParaRPr lang="en-US"/>
          </a:p>
        </p:txBody>
      </p:sp>
      <p:sp>
        <p:nvSpPr>
          <p:cNvPr id="4" name="TextBox 3"/>
          <p:cNvSpPr txBox="1"/>
          <p:nvPr/>
        </p:nvSpPr>
        <p:spPr>
          <a:xfrm>
            <a:off x="574965" y="1544452"/>
            <a:ext cx="8569036" cy="523220"/>
          </a:xfrm>
          <a:prstGeom prst="rect">
            <a:avLst/>
          </a:prstGeom>
          <a:noFill/>
        </p:spPr>
        <p:txBody>
          <a:bodyPr wrap="square" rtlCol="0">
            <a:spAutoFit/>
          </a:bodyPr>
          <a:lstStyle/>
          <a:p>
            <a:r>
              <a:rPr lang="en-US" sz="2800"/>
              <a:t> </a:t>
            </a:r>
            <a:endParaRPr lang="en-US"/>
          </a:p>
        </p:txBody>
      </p:sp>
      <p:sp>
        <p:nvSpPr>
          <p:cNvPr id="3" name="Round Same Side Corner Rectangle 2"/>
          <p:cNvSpPr/>
          <p:nvPr/>
        </p:nvSpPr>
        <p:spPr>
          <a:xfrm>
            <a:off x="304800" y="5867400"/>
            <a:ext cx="7467600" cy="838200"/>
          </a:xfrm>
          <a:prstGeom prst="round2Same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1"/>
              </a:rPr>
              <a:t>https://www.neuraldesigner.com/learning/examples/forest-fires#DataSet</a:t>
            </a:r>
            <a:endParaRPr lang="en-US"/>
          </a:p>
          <a:p>
            <a:pPr algn="ctr"/>
            <a:endParaRPr lang="en-US"/>
          </a:p>
        </p:txBody>
      </p:sp>
      <p:sp>
        <p:nvSpPr>
          <p:cNvPr id="5" name="Rectangle 4"/>
          <p:cNvSpPr/>
          <p:nvPr/>
        </p:nvSpPr>
        <p:spPr>
          <a:xfrm>
            <a:off x="339436" y="1691129"/>
            <a:ext cx="3394364" cy="2862322"/>
          </a:xfrm>
          <a:prstGeom prst="rect">
            <a:avLst/>
          </a:prstGeom>
          <a:solidFill>
            <a:schemeClr val="bg2"/>
          </a:solidFill>
        </p:spPr>
        <p:txBody>
          <a:bodyPr wrap="square">
            <a:spAutoFit/>
          </a:bodyPr>
          <a:lstStyle/>
          <a:p>
            <a:r>
              <a:rPr lang="en-US" b="1">
                <a:solidFill>
                  <a:srgbClr val="FF0000"/>
                </a:solidFill>
              </a:rPr>
              <a:t>PREDIKSI KEBAKARAN HUTAN</a:t>
            </a:r>
            <a:endParaRPr lang="en-US" b="1">
              <a:solidFill>
                <a:srgbClr val="FF0000"/>
              </a:solidFill>
            </a:endParaRPr>
          </a:p>
          <a:p>
            <a:endParaRPr lang="en-US"/>
          </a:p>
          <a:p>
            <a:r>
              <a:rPr lang="en-US"/>
              <a:t>FFMC :indikator potensi tingkat kemudahan penyulutan api menjadi kebakaran</a:t>
            </a:r>
            <a:endParaRPr lang="en-US"/>
          </a:p>
          <a:p>
            <a:r>
              <a:rPr lang="en-US"/>
              <a:t>Duff Moisture Code (DMC)  : </a:t>
            </a:r>
            <a:r>
              <a:rPr lang="en-US" b="1"/>
              <a:t>kode kadar air bahan bakar pada lapisan tanah organik yang tidak padat dengan kedalaman sekitar 7 cm</a:t>
            </a:r>
            <a:r>
              <a:rPr lang="en-US"/>
              <a:t>.</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2925" y="2209800"/>
            <a:ext cx="4714875"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726" y="4516195"/>
            <a:ext cx="2743199" cy="1399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normAutofit/>
          </a:bodyPr>
          <a:lstStyle/>
          <a:p>
            <a:pPr lvl="0"/>
            <a:r>
              <a:rPr lang="en-US"/>
              <a:t>Memperbaiki proses bisnis</a:t>
            </a:r>
            <a:endParaRPr lang="en-US"/>
          </a:p>
        </p:txBody>
      </p:sp>
      <p:sp>
        <p:nvSpPr>
          <p:cNvPr id="3" name="Round Same Side Corner Rectangle 2"/>
          <p:cNvSpPr/>
          <p:nvPr/>
        </p:nvSpPr>
        <p:spPr>
          <a:xfrm>
            <a:off x="304800" y="5562600"/>
            <a:ext cx="8686800" cy="1143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1"/>
              </a:rPr>
              <a:t>https://www.ibm.com/cloud/learn/process-mining#:~:text=Process%20mining%20applies%20data%20science,and%20other%20areas%20of%20improvement</a:t>
            </a:r>
            <a:endParaRPr lang="en-US"/>
          </a:p>
          <a:p>
            <a:pPr algn="ctr"/>
            <a:endParaRPr lang="en-US"/>
          </a:p>
        </p:txBody>
      </p:sp>
      <p:sp>
        <p:nvSpPr>
          <p:cNvPr id="5" name="Rectangle 4"/>
          <p:cNvSpPr/>
          <p:nvPr/>
        </p:nvSpPr>
        <p:spPr>
          <a:xfrm>
            <a:off x="574964" y="1600200"/>
            <a:ext cx="8035635" cy="2677656"/>
          </a:xfrm>
          <a:prstGeom prst="rect">
            <a:avLst/>
          </a:prstGeom>
        </p:spPr>
        <p:txBody>
          <a:bodyPr wrap="square">
            <a:spAutoFit/>
          </a:bodyPr>
          <a:lstStyle/>
          <a:p>
            <a:r>
              <a:rPr lang="en-US" sz="2400"/>
              <a:t>gabungan </a:t>
            </a:r>
            <a:r>
              <a:rPr lang="en-US" sz="2400" i="1"/>
              <a:t>data mining </a:t>
            </a:r>
            <a:r>
              <a:rPr lang="en-US" sz="2400"/>
              <a:t>dan </a:t>
            </a:r>
            <a:r>
              <a:rPr lang="en-US" sz="2400" i="1"/>
              <a:t>process analytics</a:t>
            </a:r>
            <a:r>
              <a:rPr lang="en-US" sz="2400"/>
              <a:t> </a:t>
            </a:r>
            <a:endParaRPr lang="en-US" sz="2400"/>
          </a:p>
          <a:p>
            <a:pPr marL="742950" lvl="1" indent="-285750">
              <a:buFont typeface="Arial" panose="020B0604020202020204" pitchFamily="34" charset="0"/>
              <a:buChar char="•"/>
            </a:pPr>
            <a:r>
              <a:rPr lang="en-US" sz="2400"/>
              <a:t>untuk  memahami performa dari setiap proses bisnisnya</a:t>
            </a:r>
            <a:endParaRPr lang="en-US" sz="2400"/>
          </a:p>
          <a:p>
            <a:pPr marL="742950" lvl="1" indent="-285750">
              <a:buFont typeface="Arial" panose="020B0604020202020204" pitchFamily="34" charset="0"/>
              <a:buChar char="•"/>
            </a:pPr>
            <a:r>
              <a:rPr lang="en-US" sz="2400"/>
              <a:t>Untuk mengetahui apakah terdapat </a:t>
            </a:r>
            <a:r>
              <a:rPr lang="en-US" sz="2400" i="1"/>
              <a:t>bottleneck</a:t>
            </a:r>
            <a:r>
              <a:rPr lang="en-US" sz="2400"/>
              <a:t> atau proses yang tidak berjalan efektif dalam keseluruhan proses bisnisnya</a:t>
            </a:r>
            <a:endParaRPr lang="en-US" sz="2400"/>
          </a:p>
          <a:p>
            <a:pPr marL="742950" lvl="1" indent="-285750">
              <a:buFont typeface="Arial" panose="020B0604020202020204" pitchFamily="34" charset="0"/>
              <a:buChar char="•"/>
            </a:pPr>
            <a:r>
              <a:rPr lang="en-US" sz="2400"/>
              <a:t>mengetahui hal-hal apa saja yang bisa ditingkatkan dalam proses secara keseluruhan</a:t>
            </a:r>
            <a:endParaRPr lang="en-US" sz="2400"/>
          </a:p>
        </p:txBody>
      </p:sp>
      <p:sp>
        <p:nvSpPr>
          <p:cNvPr id="6" name="Rectangle 5"/>
          <p:cNvSpPr/>
          <p:nvPr/>
        </p:nvSpPr>
        <p:spPr>
          <a:xfrm>
            <a:off x="1524000" y="4572000"/>
            <a:ext cx="4490075"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en-US"/>
              <a:t>http://www.processmining.org/software.html</a:t>
            </a:r>
            <a:endParaRPr lang="en-US"/>
          </a:p>
        </p:txBody>
      </p:sp>
      <p:sp>
        <p:nvSpPr>
          <p:cNvPr id="7" name="Explosion 1 6"/>
          <p:cNvSpPr/>
          <p:nvPr/>
        </p:nvSpPr>
        <p:spPr>
          <a:xfrm>
            <a:off x="6324600" y="4343400"/>
            <a:ext cx="1752600" cy="10668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tools</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Uses Cases</a:t>
            </a:r>
            <a:endParaRPr lang="en-US"/>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r>
              <a:rPr lang="en-US">
                <a:hlinkClick r:id="rId1"/>
              </a:rPr>
              <a:t>https://towardsdatascience.com/introduction-to-process-mining-5f4ce985b7e5</a:t>
            </a:r>
            <a:endParaRPr lang="en-US"/>
          </a:p>
          <a:p>
            <a:r>
              <a:rPr lang="en-US">
                <a:hlinkClick r:id="rId2"/>
              </a:rPr>
              <a:t>https://www.youtube.com/watch?v=VgQjoAHxsqw</a:t>
            </a:r>
            <a:endParaRPr lang="en-US"/>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Kolaborasi Manager </a:t>
            </a:r>
            <a:br>
              <a:rPr lang="en-US"/>
            </a:br>
            <a:r>
              <a:rPr lang="en-US"/>
              <a:t>Proses Sains Data</a:t>
            </a:r>
            <a:endParaRPr lang="en-US"/>
          </a:p>
        </p:txBody>
      </p:sp>
      <p:sp>
        <p:nvSpPr>
          <p:cNvPr id="3" name="Content Placeholder 2"/>
          <p:cNvSpPr>
            <a:spLocks noGrp="1"/>
          </p:cNvSpPr>
          <p:nvPr>
            <p:ph idx="1"/>
          </p:nvPr>
        </p:nvSpPr>
        <p:spPr>
          <a:xfrm>
            <a:off x="457200" y="4267200"/>
            <a:ext cx="8229600" cy="2590800"/>
          </a:xfrm>
        </p:spPr>
        <p:style>
          <a:lnRef idx="1">
            <a:schemeClr val="dk1"/>
          </a:lnRef>
          <a:fillRef idx="2">
            <a:schemeClr val="dk1"/>
          </a:fillRef>
          <a:effectRef idx="1">
            <a:schemeClr val="dk1"/>
          </a:effectRef>
          <a:fontRef idx="minor">
            <a:schemeClr val="dk1"/>
          </a:fontRef>
        </p:style>
        <p:txBody>
          <a:bodyPr>
            <a:normAutofit fontScale="92500"/>
          </a:bodyPr>
          <a:lstStyle/>
          <a:p>
            <a:r>
              <a:rPr lang="en-US" sz="2400">
                <a:solidFill>
                  <a:srgbClr val="FF0000"/>
                </a:solidFill>
              </a:rPr>
              <a:t>Business Managers</a:t>
            </a:r>
            <a:r>
              <a:rPr lang="en-US" sz="2400"/>
              <a:t>: adalah orang yang menghubungakn kebutuhan bisnis dan manfaat dari  data yang diektrak</a:t>
            </a:r>
            <a:r>
              <a:rPr lang="en-US" sz="2000"/>
              <a:t>. </a:t>
            </a:r>
            <a:endParaRPr lang="en-US" sz="2000"/>
          </a:p>
          <a:p>
            <a:r>
              <a:rPr lang="en-US" sz="2400">
                <a:solidFill>
                  <a:srgbClr val="FF0000"/>
                </a:solidFill>
              </a:rPr>
              <a:t>IT manager </a:t>
            </a:r>
            <a:r>
              <a:rPr lang="en-US" sz="2400"/>
              <a:t>: bertanggung jawab untuk menyedian infrastruktur dan arsitektur terhadap kebutuhan data sciencetist</a:t>
            </a:r>
            <a:endParaRPr lang="en-US" sz="2400"/>
          </a:p>
          <a:p>
            <a:r>
              <a:rPr lang="en-US" sz="2400">
                <a:solidFill>
                  <a:srgbClr val="FF0000"/>
                </a:solidFill>
              </a:rPr>
              <a:t>Data Science Managers : </a:t>
            </a:r>
            <a:r>
              <a:rPr lang="en-US" sz="2400">
                <a:solidFill>
                  <a:schemeClr val="bg1"/>
                </a:solidFill>
              </a:rPr>
              <a:t>bertanggung jawab terhadap prosedure atau tahapan proses sains data. Juga melakukan supervisi terhadap team sains data</a:t>
            </a:r>
            <a:endParaRPr lang="en-US" sz="2400">
              <a:solidFill>
                <a:schemeClr val="bg1"/>
              </a:solidFill>
            </a:endParaRPr>
          </a:p>
        </p:txBody>
      </p:sp>
      <p:graphicFrame>
        <p:nvGraphicFramePr>
          <p:cNvPr id="4" name="Diagram 3"/>
          <p:cNvGraphicFramePr/>
          <p:nvPr/>
        </p:nvGraphicFramePr>
        <p:xfrm>
          <a:off x="1524000" y="1447800"/>
          <a:ext cx="6096000" cy="279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Tugas Data Scientist</a:t>
            </a:r>
            <a:endParaRPr lang="en-US"/>
          </a:p>
        </p:txBody>
      </p:sp>
      <p:sp>
        <p:nvSpPr>
          <p:cNvPr id="3" name="Content Placeholder 2"/>
          <p:cNvSpPr>
            <a:spLocks noGrp="1"/>
          </p:cNvSpPr>
          <p:nvPr>
            <p:ph idx="1"/>
          </p:nvPr>
        </p:nvSpPr>
        <p:spPr/>
        <p:txBody>
          <a:bodyPr/>
          <a:lstStyle/>
          <a:p>
            <a:r>
              <a:rPr lang="en-US"/>
              <a:t>Menemukan pola dan trend dari dataset untuk dijadikan informasi</a:t>
            </a:r>
            <a:endParaRPr lang="en-US"/>
          </a:p>
          <a:p>
            <a:r>
              <a:rPr lang="en-US"/>
              <a:t>Melakukan pemodelan terhadap dataset</a:t>
            </a:r>
            <a:endParaRPr lang="en-US"/>
          </a:p>
          <a:p>
            <a:r>
              <a:rPr lang="en-US"/>
              <a:t>Memberikan masukan terhadap top management</a:t>
            </a:r>
            <a:endParaRPr 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lstStyle/>
          <a:p>
            <a:r>
              <a:rPr lang="en-US"/>
              <a:t>Karier Sains Data</a:t>
            </a:r>
            <a:endParaRPr lang="en-US"/>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i="1"/>
              <a:t>Data Scientist</a:t>
            </a:r>
            <a:endParaRPr lang="en-US"/>
          </a:p>
        </p:txBody>
      </p:sp>
      <p:sp>
        <p:nvSpPr>
          <p:cNvPr id="3" name="Content Placeholder 2"/>
          <p:cNvSpPr>
            <a:spLocks noGrp="1"/>
          </p:cNvSpPr>
          <p:nvPr>
            <p:ph idx="1"/>
          </p:nvPr>
        </p:nvSpPr>
        <p:spPr>
          <a:solidFill>
            <a:srgbClr val="00B050"/>
          </a:solidFill>
        </p:spPr>
        <p:txBody>
          <a:bodyPr>
            <a:normAutofit fontScale="92500" lnSpcReduction="10000"/>
          </a:bodyPr>
          <a:lstStyle/>
          <a:p>
            <a:r>
              <a:rPr lang="en-US">
                <a:solidFill>
                  <a:schemeClr val="bg1"/>
                </a:solidFill>
              </a:rPr>
              <a:t>Profesi seorang yang memerlukan keterampilan membangun algoritma </a:t>
            </a:r>
            <a:r>
              <a:rPr lang="en-US" i="1">
                <a:solidFill>
                  <a:schemeClr val="bg1"/>
                </a:solidFill>
              </a:rPr>
              <a:t>Machine Learning</a:t>
            </a:r>
            <a:r>
              <a:rPr lang="en-US">
                <a:solidFill>
                  <a:schemeClr val="bg1"/>
                </a:solidFill>
              </a:rPr>
              <a:t>  yang digunakan untuk memprediksi peristiwa yang akan datang dengan cara:</a:t>
            </a:r>
            <a:endParaRPr lang="en-US"/>
          </a:p>
          <a:p>
            <a:pPr lvl="1"/>
            <a:r>
              <a:rPr lang="en-US">
                <a:solidFill>
                  <a:srgbClr val="FFFF00"/>
                </a:solidFill>
              </a:rPr>
              <a:t>Membangun model klasifikasi</a:t>
            </a:r>
            <a:endParaRPr lang="en-US">
              <a:solidFill>
                <a:srgbClr val="FFFF00"/>
              </a:solidFill>
            </a:endParaRPr>
          </a:p>
          <a:p>
            <a:pPr lvl="1"/>
            <a:r>
              <a:rPr lang="en-US">
                <a:solidFill>
                  <a:srgbClr val="FFFF00"/>
                </a:solidFill>
              </a:rPr>
              <a:t>Membangun model prediksi/forecasting</a:t>
            </a:r>
            <a:endParaRPr lang="en-US">
              <a:solidFill>
                <a:srgbClr val="FFFF00"/>
              </a:solidFill>
            </a:endParaRPr>
          </a:p>
          <a:p>
            <a:r>
              <a:rPr lang="en-US">
                <a:solidFill>
                  <a:schemeClr val="bg1"/>
                </a:solidFill>
              </a:rPr>
              <a:t>Profesi seseorang untuk membangun sebuah model pola dalam data sehingga dapat memahami karakteristika dari data ( mdole Clustering)</a:t>
            </a:r>
            <a:endParaRPr lang="en-US">
              <a:solidFill>
                <a:schemeClr val="bg1"/>
              </a:solidFill>
            </a:endParaRPr>
          </a:p>
        </p:txBody>
      </p:sp>
      <p:grpSp>
        <p:nvGrpSpPr>
          <p:cNvPr id="4" name="Group 3"/>
          <p:cNvGrpSpPr/>
          <p:nvPr/>
        </p:nvGrpSpPr>
        <p:grpSpPr>
          <a:xfrm>
            <a:off x="540956" y="533400"/>
            <a:ext cx="8229600" cy="837568"/>
            <a:chOff x="0" y="0"/>
            <a:chExt cx="8229600" cy="837568"/>
          </a:xfrm>
        </p:grpSpPr>
        <p:sp>
          <p:nvSpPr>
            <p:cNvPr id="6" name="Rounded Rectangle 5"/>
            <p:cNvSpPr/>
            <p:nvPr/>
          </p:nvSpPr>
          <p:spPr>
            <a:xfrm>
              <a:off x="0" y="0"/>
              <a:ext cx="8229600" cy="837568"/>
            </a:xfrm>
            <a:prstGeom prst="roundRect">
              <a:avLst>
                <a:gd name="adj" fmla="val 10000"/>
              </a:avLst>
            </a:prstGeom>
            <a:solidFill>
              <a:srgbClr val="00B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ounded Rectangle 4"/>
            <p:cNvSpPr/>
            <p:nvPr/>
          </p:nvSpPr>
          <p:spPr>
            <a:xfrm>
              <a:off x="1729676" y="0"/>
              <a:ext cx="6499923" cy="8375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lvl="0" algn="l" defTabSz="1689100">
                <a:lnSpc>
                  <a:spcPct val="90000"/>
                </a:lnSpc>
                <a:spcBef>
                  <a:spcPct val="0"/>
                </a:spcBef>
                <a:spcAft>
                  <a:spcPct val="35000"/>
                </a:spcAft>
              </a:pPr>
              <a:r>
                <a:rPr lang="en-US" sz="3800" i="1" kern="1200"/>
                <a:t>Data Scientist</a:t>
              </a:r>
              <a:endParaRPr lang="en-US" sz="3800" kern="1200"/>
            </a:p>
          </p:txBody>
        </p:sp>
      </p:grpSp>
      <p:sp>
        <p:nvSpPr>
          <p:cNvPr id="5" name="Rounded Rectangle 4"/>
          <p:cNvSpPr/>
          <p:nvPr/>
        </p:nvSpPr>
        <p:spPr>
          <a:xfrm>
            <a:off x="624712" y="617156"/>
            <a:ext cx="1645920" cy="670054"/>
          </a:xfrm>
          <a:prstGeom prst="roundRect">
            <a:avLst>
              <a:gd name="adj" fmla="val 10000"/>
            </a:avLst>
          </a:prstGeom>
          <a:blipFill>
            <a:blip r:embed="rId1" cstate="print">
              <a:extLst>
                <a:ext uri="{28A0092B-C50C-407E-A947-70E740481C1C}">
                  <a14:useLocalDpi xmlns:a14="http://schemas.microsoft.com/office/drawing/2010/main" val="0"/>
                </a:ext>
              </a:extLst>
            </a:blip>
            <a:srcRect/>
            <a:stretch>
              <a:fillRect t="-42000" b="-42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i="1"/>
              <a:t>Data Scientist</a:t>
            </a:r>
            <a:endParaRPr lang="en-US"/>
          </a:p>
        </p:txBody>
      </p:sp>
      <p:sp>
        <p:nvSpPr>
          <p:cNvPr id="3" name="Content Placeholder 2"/>
          <p:cNvSpPr>
            <a:spLocks noGrp="1"/>
          </p:cNvSpPr>
          <p:nvPr>
            <p:ph idx="1"/>
          </p:nvPr>
        </p:nvSpPr>
        <p:spPr>
          <a:solidFill>
            <a:schemeClr val="tx2">
              <a:lumMod val="20000"/>
              <a:lumOff val="80000"/>
            </a:schemeClr>
          </a:solidFill>
        </p:spPr>
        <p:txBody>
          <a:bodyPr>
            <a:normAutofit fontScale="85000" lnSpcReduction="20000"/>
          </a:bodyPr>
          <a:lstStyle/>
          <a:p>
            <a:r>
              <a:rPr lang="en-US">
                <a:solidFill>
                  <a:schemeClr val="bg2">
                    <a:lumMod val="75000"/>
                  </a:schemeClr>
                </a:solidFill>
              </a:rPr>
              <a:t>Profesi seorang untuk memecahkan sebuah permasalahan dengan cara melakukan analisa data yang berkaitan dengan masalah tersebut. </a:t>
            </a:r>
            <a:endParaRPr lang="en-US">
              <a:solidFill>
                <a:schemeClr val="bg2">
                  <a:lumMod val="75000"/>
                </a:schemeClr>
              </a:solidFill>
            </a:endParaRPr>
          </a:p>
          <a:p>
            <a:r>
              <a:rPr lang="en-US">
                <a:solidFill>
                  <a:schemeClr val="bg2">
                    <a:lumMod val="75000"/>
                  </a:schemeClr>
                </a:solidFill>
              </a:rPr>
              <a:t>Data analis memiliki akses ke data-data yang dibutuhkan untuk ditransformasi dan dilakukan pemodelan. </a:t>
            </a:r>
            <a:endParaRPr lang="en-US">
              <a:solidFill>
                <a:schemeClr val="bg2">
                  <a:lumMod val="75000"/>
                </a:schemeClr>
              </a:solidFill>
            </a:endParaRPr>
          </a:p>
          <a:p>
            <a:r>
              <a:rPr lang="en-US">
                <a:solidFill>
                  <a:schemeClr val="bg2">
                    <a:lumMod val="75000"/>
                  </a:schemeClr>
                </a:solidFill>
              </a:rPr>
              <a:t>Mengolah,mendiskripsikan data  dan menvisualisasikan data  untuk diambil kesimpulan dan dilakukan visualisasinya. </a:t>
            </a:r>
            <a:endParaRPr lang="en-US">
              <a:solidFill>
                <a:schemeClr val="bg2">
                  <a:lumMod val="75000"/>
                </a:schemeClr>
              </a:solidFill>
            </a:endParaRPr>
          </a:p>
          <a:p>
            <a:r>
              <a:rPr lang="en-US">
                <a:solidFill>
                  <a:schemeClr val="bg2">
                    <a:lumMod val="75000"/>
                  </a:schemeClr>
                </a:solidFill>
              </a:rPr>
              <a:t>Data Analis memerlukan keterampilan teknik visualisasi data, statistik ringkasan dan inferensial, keterampilan presentasi dan komunikasi.</a:t>
            </a:r>
            <a:endParaRPr lang="en-US">
              <a:solidFill>
                <a:schemeClr val="bg2">
                  <a:lumMod val="75000"/>
                </a:schemeClr>
              </a:solidFill>
            </a:endParaRPr>
          </a:p>
        </p:txBody>
      </p:sp>
      <p:grpSp>
        <p:nvGrpSpPr>
          <p:cNvPr id="4" name="Group 3"/>
          <p:cNvGrpSpPr/>
          <p:nvPr/>
        </p:nvGrpSpPr>
        <p:grpSpPr>
          <a:xfrm>
            <a:off x="540956" y="533400"/>
            <a:ext cx="8229600" cy="837568"/>
            <a:chOff x="0" y="0"/>
            <a:chExt cx="8229600" cy="837568"/>
          </a:xfrm>
          <a:solidFill>
            <a:schemeClr val="tx2">
              <a:lumMod val="60000"/>
              <a:lumOff val="40000"/>
            </a:schemeClr>
          </a:solidFill>
        </p:grpSpPr>
        <p:sp>
          <p:nvSpPr>
            <p:cNvPr id="6" name="Rounded Rectangle 5"/>
            <p:cNvSpPr/>
            <p:nvPr/>
          </p:nvSpPr>
          <p:spPr>
            <a:xfrm>
              <a:off x="0" y="0"/>
              <a:ext cx="8229600" cy="837568"/>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ounded Rectangle 4"/>
            <p:cNvSpPr/>
            <p:nvPr/>
          </p:nvSpPr>
          <p:spPr>
            <a:xfrm>
              <a:off x="1729676" y="0"/>
              <a:ext cx="6499923" cy="83756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lvl="0"/>
              <a:r>
                <a:rPr lang="en-US" sz="4000" i="1">
                  <a:solidFill>
                    <a:srgbClr val="FF0000"/>
                  </a:solidFill>
                </a:rPr>
                <a:t>Data Analyst</a:t>
              </a:r>
              <a:endParaRPr lang="en-US" sz="4000">
                <a:solidFill>
                  <a:srgbClr val="FF0000"/>
                </a:solidFill>
              </a:endParaRPr>
            </a:p>
          </p:txBody>
        </p:sp>
      </p:grpSp>
      <p:sp>
        <p:nvSpPr>
          <p:cNvPr id="5" name="Rounded Rectangle 4"/>
          <p:cNvSpPr/>
          <p:nvPr/>
        </p:nvSpPr>
        <p:spPr>
          <a:xfrm>
            <a:off x="624712" y="617156"/>
            <a:ext cx="1645920" cy="670054"/>
          </a:xfrm>
          <a:prstGeom prst="roundRect">
            <a:avLst>
              <a:gd name="adj" fmla="val 10000"/>
            </a:avLst>
          </a:prstGeom>
          <a:blipFill>
            <a:blip r:embed="rId1" cstate="print">
              <a:extLst>
                <a:ext uri="{28A0092B-C50C-407E-A947-70E740481C1C}">
                  <a14:useLocalDpi xmlns:a14="http://schemas.microsoft.com/office/drawing/2010/main" val="0"/>
                </a:ext>
              </a:extLst>
            </a:blip>
            <a:srcRect/>
            <a:stretch>
              <a:fillRect t="-42000" b="-42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i="1"/>
              <a:t>Data Scientist</a:t>
            </a:r>
            <a:endParaRPr lang="en-US"/>
          </a:p>
        </p:txBody>
      </p:sp>
      <p:sp>
        <p:nvSpPr>
          <p:cNvPr id="3" name="Content Placeholder 2"/>
          <p:cNvSpPr>
            <a:spLocks noGrp="1"/>
          </p:cNvSpPr>
          <p:nvPr>
            <p:ph idx="1"/>
          </p:nvPr>
        </p:nvSpPr>
        <p:spPr/>
        <p:style>
          <a:lnRef idx="3">
            <a:schemeClr val="lt1"/>
          </a:lnRef>
          <a:fillRef idx="1">
            <a:schemeClr val="accent3"/>
          </a:fillRef>
          <a:effectRef idx="1">
            <a:schemeClr val="accent3"/>
          </a:effectRef>
          <a:fontRef idx="minor">
            <a:schemeClr val="lt1"/>
          </a:fontRef>
        </p:style>
        <p:txBody>
          <a:bodyPr>
            <a:normAutofit fontScale="85000" lnSpcReduction="20000"/>
          </a:bodyPr>
          <a:lstStyle/>
          <a:p>
            <a:r>
              <a:rPr lang="en-US">
                <a:solidFill>
                  <a:schemeClr val="bg2">
                    <a:lumMod val="75000"/>
                  </a:schemeClr>
                </a:solidFill>
              </a:rPr>
              <a:t>bertugas mengumpulkan dan mengelola arsitektur data</a:t>
            </a:r>
            <a:endParaRPr lang="en-US">
              <a:solidFill>
                <a:schemeClr val="bg2">
                  <a:lumMod val="75000"/>
                </a:schemeClr>
              </a:solidFill>
            </a:endParaRPr>
          </a:p>
          <a:p>
            <a:r>
              <a:rPr lang="en-US">
                <a:solidFill>
                  <a:schemeClr val="bg2">
                    <a:lumMod val="75000"/>
                  </a:schemeClr>
                </a:solidFill>
              </a:rPr>
              <a:t>mengembangkan arsitektur dari data warehouse yang telah dianalisa</a:t>
            </a:r>
            <a:endParaRPr lang="en-US">
              <a:solidFill>
                <a:schemeClr val="bg2">
                  <a:lumMod val="75000"/>
                </a:schemeClr>
              </a:solidFill>
            </a:endParaRPr>
          </a:p>
          <a:p>
            <a:r>
              <a:rPr lang="en-US">
                <a:solidFill>
                  <a:schemeClr val="bg2">
                    <a:lumMod val="75000"/>
                  </a:schemeClr>
                </a:solidFill>
              </a:rPr>
              <a:t>Memberikan peta jalan aliran data pada perusahaan.</a:t>
            </a:r>
            <a:endParaRPr lang="en-US">
              <a:solidFill>
                <a:schemeClr val="bg2">
                  <a:lumMod val="75000"/>
                </a:schemeClr>
              </a:solidFill>
            </a:endParaRPr>
          </a:p>
          <a:p>
            <a:r>
              <a:rPr lang="en-US">
                <a:solidFill>
                  <a:schemeClr val="bg2">
                    <a:lumMod val="75000"/>
                  </a:schemeClr>
                </a:solidFill>
              </a:rPr>
              <a:t>Merancang dan mengimplementasikan penyimpanan data</a:t>
            </a:r>
            <a:endParaRPr lang="en-US">
              <a:solidFill>
                <a:schemeClr val="bg2">
                  <a:lumMod val="75000"/>
                </a:schemeClr>
              </a:solidFill>
            </a:endParaRPr>
          </a:p>
          <a:p>
            <a:r>
              <a:rPr lang="en-US">
                <a:solidFill>
                  <a:schemeClr val="bg2">
                    <a:lumMod val="75000"/>
                  </a:schemeClr>
                </a:solidFill>
              </a:rPr>
              <a:t>Merancang dan mengembangkan pemrosesan data</a:t>
            </a:r>
            <a:endParaRPr lang="en-US">
              <a:solidFill>
                <a:schemeClr val="bg2">
                  <a:lumMod val="75000"/>
                </a:schemeClr>
              </a:solidFill>
            </a:endParaRPr>
          </a:p>
          <a:p>
            <a:r>
              <a:rPr lang="en-US">
                <a:solidFill>
                  <a:schemeClr val="bg2">
                    <a:lumMod val="75000"/>
                  </a:schemeClr>
                </a:solidFill>
              </a:rPr>
              <a:t>Merancang dan mengimplementasikan keamanan data</a:t>
            </a:r>
            <a:endParaRPr lang="en-US">
              <a:solidFill>
                <a:schemeClr val="bg2">
                  <a:lumMod val="75000"/>
                </a:schemeClr>
              </a:solidFill>
            </a:endParaRPr>
          </a:p>
          <a:p>
            <a:r>
              <a:rPr lang="en-US">
                <a:solidFill>
                  <a:schemeClr val="bg2">
                    <a:lumMod val="75000"/>
                  </a:schemeClr>
                </a:solidFill>
              </a:rPr>
              <a:t>Memonitoring dan mengoptimalkan penyimpanan data dan pemrosesan data</a:t>
            </a:r>
            <a:endParaRPr lang="en-US">
              <a:solidFill>
                <a:schemeClr val="bg2">
                  <a:lumMod val="75000"/>
                </a:schemeClr>
              </a:solidFill>
            </a:endParaRPr>
          </a:p>
          <a:p>
            <a:r>
              <a:rPr lang="en-US">
                <a:solidFill>
                  <a:schemeClr val="bg2">
                    <a:lumMod val="75000"/>
                  </a:schemeClr>
                </a:solidFill>
              </a:rPr>
              <a:t>Membangun pipeline data</a:t>
            </a:r>
            <a:endParaRPr lang="en-US">
              <a:solidFill>
                <a:schemeClr val="bg2">
                  <a:lumMod val="75000"/>
                </a:schemeClr>
              </a:solidFill>
            </a:endParaRPr>
          </a:p>
        </p:txBody>
      </p:sp>
      <p:grpSp>
        <p:nvGrpSpPr>
          <p:cNvPr id="4" name="Group 3"/>
          <p:cNvGrpSpPr/>
          <p:nvPr/>
        </p:nvGrpSpPr>
        <p:grpSpPr>
          <a:xfrm>
            <a:off x="540956" y="533400"/>
            <a:ext cx="8229600" cy="837568"/>
            <a:chOff x="0" y="0"/>
            <a:chExt cx="8229600" cy="837568"/>
          </a:xfrm>
          <a:solidFill>
            <a:schemeClr val="tx2">
              <a:lumMod val="60000"/>
              <a:lumOff val="40000"/>
            </a:schemeClr>
          </a:solidFill>
        </p:grpSpPr>
        <p:sp>
          <p:nvSpPr>
            <p:cNvPr id="6" name="Rounded Rectangle 5"/>
            <p:cNvSpPr/>
            <p:nvPr/>
          </p:nvSpPr>
          <p:spPr>
            <a:xfrm>
              <a:off x="0" y="0"/>
              <a:ext cx="8229600" cy="837568"/>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ounded Rectangle 4"/>
            <p:cNvSpPr/>
            <p:nvPr/>
          </p:nvSpPr>
          <p:spPr>
            <a:xfrm>
              <a:off x="1729676" y="0"/>
              <a:ext cx="6499923" cy="83756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lvl="0"/>
              <a:r>
                <a:rPr lang="en-US" sz="4000" i="1">
                  <a:solidFill>
                    <a:srgbClr val="FF0000"/>
                  </a:solidFill>
                </a:rPr>
                <a:t>Data Engineers</a:t>
              </a:r>
              <a:endParaRPr lang="en-US" sz="4000">
                <a:solidFill>
                  <a:srgbClr val="FF0000"/>
                </a:solidFill>
              </a:endParaRPr>
            </a:p>
          </p:txBody>
        </p:sp>
      </p:grpSp>
      <p:sp>
        <p:nvSpPr>
          <p:cNvPr id="5" name="Rounded Rectangle 4"/>
          <p:cNvSpPr/>
          <p:nvPr/>
        </p:nvSpPr>
        <p:spPr>
          <a:xfrm>
            <a:off x="624712" y="617156"/>
            <a:ext cx="1645920" cy="670054"/>
          </a:xfrm>
          <a:prstGeom prst="roundRect">
            <a:avLst>
              <a:gd name="adj" fmla="val 10000"/>
            </a:avLst>
          </a:prstGeom>
          <a:blipFill>
            <a:blip r:embed="rId1" cstate="print">
              <a:extLst>
                <a:ext uri="{28A0092B-C50C-407E-A947-70E740481C1C}">
                  <a14:useLocalDpi xmlns:a14="http://schemas.microsoft.com/office/drawing/2010/main" val="0"/>
                </a:ext>
              </a:extLst>
            </a:blip>
            <a:srcRect/>
            <a:stretch>
              <a:fillRect t="-42000" b="-42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i="1"/>
              <a:t>Data Scientist</a:t>
            </a:r>
            <a:endParaRPr lang="en-US"/>
          </a:p>
        </p:txBody>
      </p:sp>
      <p:sp>
        <p:nvSpPr>
          <p:cNvPr id="3" name="Content Placeholder 2"/>
          <p:cNvSpPr>
            <a:spLocks noGrp="1"/>
          </p:cNvSpPr>
          <p:nvPr>
            <p:ph idx="1"/>
          </p:nvPr>
        </p:nvSpPr>
        <p:spPr/>
        <p:style>
          <a:lnRef idx="2">
            <a:schemeClr val="dk1">
              <a:shade val="50000"/>
            </a:schemeClr>
          </a:lnRef>
          <a:fillRef idx="1">
            <a:schemeClr val="dk1"/>
          </a:fillRef>
          <a:effectRef idx="0">
            <a:schemeClr val="dk1"/>
          </a:effectRef>
          <a:fontRef idx="minor">
            <a:schemeClr val="lt1"/>
          </a:fontRef>
        </p:style>
        <p:txBody>
          <a:bodyPr>
            <a:normAutofit fontScale="85000" lnSpcReduction="10000"/>
          </a:bodyPr>
          <a:lstStyle/>
          <a:p>
            <a:r>
              <a:rPr lang="en-US"/>
              <a:t>Bertanggung jawab membangun metodologi analisis informasi yang berhubungan dengan bisnis perusahaan</a:t>
            </a:r>
            <a:endParaRPr lang="en-US"/>
          </a:p>
          <a:p>
            <a:r>
              <a:rPr lang="en-US">
                <a:solidFill>
                  <a:schemeClr val="tx1">
                    <a:lumMod val="95000"/>
                  </a:schemeClr>
                </a:solidFill>
              </a:rPr>
              <a:t>Membantu perusahaan untuk mencapai tujuan bisnis</a:t>
            </a:r>
            <a:endParaRPr lang="en-US">
              <a:solidFill>
                <a:schemeClr val="tx1">
                  <a:lumMod val="95000"/>
                </a:schemeClr>
              </a:solidFill>
            </a:endParaRPr>
          </a:p>
          <a:p>
            <a:r>
              <a:rPr lang="en-US">
                <a:solidFill>
                  <a:schemeClr val="tx1">
                    <a:lumMod val="95000"/>
                  </a:schemeClr>
                </a:solidFill>
              </a:rPr>
              <a:t>Mengidentifikasi masalah dalam suatu bisnis dan memberikan alternatif solusi dalam suatu bisnis</a:t>
            </a:r>
            <a:endParaRPr lang="en-US">
              <a:solidFill>
                <a:schemeClr val="tx1">
                  <a:lumMod val="95000"/>
                </a:schemeClr>
              </a:solidFill>
            </a:endParaRPr>
          </a:p>
          <a:p>
            <a:r>
              <a:rPr lang="en-US">
                <a:solidFill>
                  <a:schemeClr val="tx1">
                    <a:lumMod val="95000"/>
                  </a:schemeClr>
                </a:solidFill>
              </a:rPr>
              <a:t>Memiliki pengetahuan  keuangan dan bisnis</a:t>
            </a:r>
            <a:endParaRPr lang="en-US">
              <a:solidFill>
                <a:schemeClr val="tx1">
                  <a:lumMod val="95000"/>
                </a:schemeClr>
              </a:solidFill>
            </a:endParaRPr>
          </a:p>
          <a:p>
            <a:r>
              <a:rPr lang="en-US"/>
              <a:t>Wixom &amp; Watson, 2010: “</a:t>
            </a:r>
            <a:r>
              <a:rPr lang="en-US" b="1"/>
              <a:t>Business intelligence is an umbrella term that is commonly used to describe the technologies, applications, and processes for gathering, storing, accessing, and analyzing data to help users make better decisions.</a:t>
            </a:r>
            <a:endParaRPr lang="en-US" b="1">
              <a:solidFill>
                <a:schemeClr val="tx1">
                  <a:lumMod val="95000"/>
                </a:schemeClr>
              </a:solidFill>
            </a:endParaRPr>
          </a:p>
          <a:p>
            <a:endParaRPr lang="en-US">
              <a:solidFill>
                <a:schemeClr val="bg2">
                  <a:lumMod val="75000"/>
                </a:schemeClr>
              </a:solidFill>
            </a:endParaRPr>
          </a:p>
        </p:txBody>
      </p:sp>
      <p:grpSp>
        <p:nvGrpSpPr>
          <p:cNvPr id="4" name="Group 3"/>
          <p:cNvGrpSpPr/>
          <p:nvPr/>
        </p:nvGrpSpPr>
        <p:grpSpPr>
          <a:xfrm>
            <a:off x="76200" y="533400"/>
            <a:ext cx="8755444" cy="837568"/>
            <a:chOff x="0" y="0"/>
            <a:chExt cx="8229600" cy="837568"/>
          </a:xfrm>
          <a:solidFill>
            <a:schemeClr val="tx2">
              <a:lumMod val="60000"/>
              <a:lumOff val="40000"/>
            </a:schemeClr>
          </a:solidFill>
        </p:grpSpPr>
        <p:sp>
          <p:nvSpPr>
            <p:cNvPr id="6" name="Rounded Rectangle 5"/>
            <p:cNvSpPr/>
            <p:nvPr/>
          </p:nvSpPr>
          <p:spPr>
            <a:xfrm>
              <a:off x="0" y="0"/>
              <a:ext cx="8229600" cy="837568"/>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ounded Rectangle 4"/>
            <p:cNvSpPr/>
            <p:nvPr/>
          </p:nvSpPr>
          <p:spPr>
            <a:xfrm>
              <a:off x="1425368" y="0"/>
              <a:ext cx="6499923" cy="83756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lvl="0"/>
              <a:r>
                <a:rPr lang="en-US" sz="4000" i="1">
                  <a:solidFill>
                    <a:srgbClr val="FF0000"/>
                  </a:solidFill>
                </a:rPr>
                <a:t>Bussiness Intelegence specialist</a:t>
              </a:r>
              <a:endParaRPr lang="en-US" sz="4000">
                <a:solidFill>
                  <a:srgbClr val="FF0000"/>
                </a:solidFill>
              </a:endParaRPr>
            </a:p>
          </p:txBody>
        </p:sp>
      </p:grpSp>
      <p:sp>
        <p:nvSpPr>
          <p:cNvPr id="5" name="Rounded Rectangle 4"/>
          <p:cNvSpPr/>
          <p:nvPr/>
        </p:nvSpPr>
        <p:spPr>
          <a:xfrm>
            <a:off x="76200" y="617156"/>
            <a:ext cx="1645920" cy="670054"/>
          </a:xfrm>
          <a:prstGeom prst="roundRect">
            <a:avLst>
              <a:gd name="adj" fmla="val 10000"/>
            </a:avLst>
          </a:prstGeom>
          <a:blipFill>
            <a:blip r:embed="rId1" cstate="print">
              <a:extLst>
                <a:ext uri="{28A0092B-C50C-407E-A947-70E740481C1C}">
                  <a14:useLocalDpi xmlns:a14="http://schemas.microsoft.com/office/drawing/2010/main" val="0"/>
                </a:ext>
              </a:extLst>
            </a:blip>
            <a:srcRect/>
            <a:stretch>
              <a:fillRect t="-42000" b="-42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i="1"/>
              <a:t>Data Scientist</a:t>
            </a:r>
            <a:endParaRPr lang="en-US"/>
          </a:p>
        </p:txBody>
      </p:sp>
      <p:sp>
        <p:nvSpPr>
          <p:cNvPr id="3" name="Content Placeholder 2"/>
          <p:cNvSpPr>
            <a:spLocks noGrp="1"/>
          </p:cNvSpPr>
          <p:nvPr>
            <p:ph idx="1"/>
          </p:nvPr>
        </p:nvSpPr>
        <p:spPr/>
        <p:style>
          <a:lnRef idx="0">
            <a:schemeClr val="accent2"/>
          </a:lnRef>
          <a:fillRef idx="3">
            <a:schemeClr val="accent2"/>
          </a:fillRef>
          <a:effectRef idx="3">
            <a:schemeClr val="accent2"/>
          </a:effectRef>
          <a:fontRef idx="minor">
            <a:schemeClr val="lt1"/>
          </a:fontRef>
        </p:style>
        <p:txBody>
          <a:bodyPr>
            <a:normAutofit fontScale="92500" lnSpcReduction="10000"/>
          </a:bodyPr>
          <a:lstStyle/>
          <a:p>
            <a:r>
              <a:rPr lang="en-US"/>
              <a:t>Kemampuan untuk mengkomunikasikan pengetahuan secara efektif dari kumpulan </a:t>
            </a:r>
            <a:r>
              <a:rPr lang="en-US" u="sng"/>
              <a:t>data </a:t>
            </a:r>
            <a:r>
              <a:rPr lang="en-US"/>
              <a:t>menggunakan </a:t>
            </a:r>
            <a:r>
              <a:rPr lang="en-US" u="sng"/>
              <a:t>narasi</a:t>
            </a:r>
            <a:r>
              <a:rPr lang="en-US"/>
              <a:t> dan </a:t>
            </a:r>
            <a:r>
              <a:rPr lang="en-US" u="sng"/>
              <a:t>visualisasi</a:t>
            </a:r>
            <a:r>
              <a:rPr lang="en-US"/>
              <a:t>.  Ini dapat digunakan memberi masukan dan inspirasi kepada pemegang keputusan/audiens</a:t>
            </a:r>
            <a:endParaRPr lang="en-US">
              <a:solidFill>
                <a:schemeClr val="tx1">
                  <a:lumMod val="95000"/>
                </a:schemeClr>
              </a:solidFill>
            </a:endParaRPr>
          </a:p>
          <a:p>
            <a:pPr lvl="1"/>
            <a:r>
              <a:rPr lang="en-US">
                <a:solidFill>
                  <a:schemeClr val="tx1">
                    <a:lumMod val="95000"/>
                  </a:schemeClr>
                </a:solidFill>
              </a:rPr>
              <a:t>Data :  descriptive, diagnostic, predictive, and prescriptive  </a:t>
            </a:r>
            <a:endParaRPr lang="en-US">
              <a:solidFill>
                <a:schemeClr val="tx1">
                  <a:lumMod val="95000"/>
                </a:schemeClr>
              </a:solidFill>
            </a:endParaRPr>
          </a:p>
          <a:p>
            <a:pPr lvl="1"/>
            <a:r>
              <a:rPr lang="en-US">
                <a:solidFill>
                  <a:schemeClr val="tx1">
                    <a:lumMod val="95000"/>
                  </a:schemeClr>
                </a:solidFill>
              </a:rPr>
              <a:t>Narasi : alur cerita yang digunakan untuk  meyakinkan dan memberi masukan dan inspirasi </a:t>
            </a:r>
            <a:endParaRPr lang="en-US">
              <a:solidFill>
                <a:schemeClr val="tx1">
                  <a:lumMod val="95000"/>
                </a:schemeClr>
              </a:solidFill>
            </a:endParaRPr>
          </a:p>
          <a:p>
            <a:pPr lvl="1"/>
            <a:r>
              <a:rPr lang="en-US">
                <a:solidFill>
                  <a:schemeClr val="tx1">
                    <a:lumMod val="95000"/>
                  </a:schemeClr>
                </a:solidFill>
              </a:rPr>
              <a:t>Visualisasi: graphic dan tabel , video dan gambar</a:t>
            </a:r>
            <a:endParaRPr lang="en-US">
              <a:solidFill>
                <a:schemeClr val="tx1">
                  <a:lumMod val="95000"/>
                </a:schemeClr>
              </a:solidFill>
            </a:endParaRPr>
          </a:p>
        </p:txBody>
      </p:sp>
      <p:grpSp>
        <p:nvGrpSpPr>
          <p:cNvPr id="4" name="Group 3"/>
          <p:cNvGrpSpPr/>
          <p:nvPr/>
        </p:nvGrpSpPr>
        <p:grpSpPr>
          <a:xfrm>
            <a:off x="76200" y="533400"/>
            <a:ext cx="8755444" cy="837568"/>
            <a:chOff x="0" y="0"/>
            <a:chExt cx="8229600" cy="837568"/>
          </a:xfrm>
          <a:solidFill>
            <a:schemeClr val="tx2">
              <a:lumMod val="60000"/>
              <a:lumOff val="40000"/>
            </a:schemeClr>
          </a:solidFill>
        </p:grpSpPr>
        <p:sp>
          <p:nvSpPr>
            <p:cNvPr id="6" name="Rounded Rectangle 5"/>
            <p:cNvSpPr/>
            <p:nvPr/>
          </p:nvSpPr>
          <p:spPr>
            <a:xfrm>
              <a:off x="0" y="0"/>
              <a:ext cx="8229600" cy="837568"/>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ounded Rectangle 4"/>
            <p:cNvSpPr/>
            <p:nvPr/>
          </p:nvSpPr>
          <p:spPr>
            <a:xfrm>
              <a:off x="1425368" y="0"/>
              <a:ext cx="6499923" cy="837568"/>
            </a:xfrm>
            <a:prstGeom prst="rect">
              <a:avLst/>
            </a:prstGeom>
            <a:solidFill>
              <a:schemeClr val="bg2">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lvl="0"/>
              <a:r>
                <a:rPr lang="en-US" sz="4000" i="1"/>
                <a:t>Data storyteller </a:t>
              </a:r>
              <a:endParaRPr lang="en-US" sz="4000"/>
            </a:p>
          </p:txBody>
        </p:sp>
      </p:grpSp>
      <p:sp>
        <p:nvSpPr>
          <p:cNvPr id="5" name="Rounded Rectangle 4"/>
          <p:cNvSpPr/>
          <p:nvPr/>
        </p:nvSpPr>
        <p:spPr>
          <a:xfrm>
            <a:off x="76200" y="617156"/>
            <a:ext cx="1645920" cy="670054"/>
          </a:xfrm>
          <a:prstGeom prst="roundRect">
            <a:avLst>
              <a:gd name="adj" fmla="val 10000"/>
            </a:avLst>
          </a:prstGeom>
          <a:blipFill>
            <a:blip r:embed="rId1" cstate="print">
              <a:extLst>
                <a:ext uri="{28A0092B-C50C-407E-A947-70E740481C1C}">
                  <a14:useLocalDpi xmlns:a14="http://schemas.microsoft.com/office/drawing/2010/main" val="0"/>
                </a:ext>
              </a:extLst>
            </a:blip>
            <a:srcRect/>
            <a:stretch>
              <a:fillRect t="-42000" b="-42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75000"/>
            </a:schemeClr>
          </a:solidFill>
        </p:spPr>
        <p:txBody>
          <a:bodyPr>
            <a:normAutofit/>
          </a:bodyPr>
          <a:lstStyle/>
          <a:p>
            <a:pPr lvl="0"/>
            <a:r>
              <a:rPr lang="en-US" i="1"/>
              <a:t>Data storyteller : data-driven </a:t>
            </a:r>
            <a:endParaRPr lang="en-US"/>
          </a:p>
        </p:txBody>
      </p:sp>
      <p:sp>
        <p:nvSpPr>
          <p:cNvPr id="3" name="Content Placeholder 2"/>
          <p:cNvSpPr>
            <a:spLocks noGrp="1"/>
          </p:cNvSpPr>
          <p:nvPr>
            <p:ph idx="1"/>
          </p:nvPr>
        </p:nvSpPr>
        <p:spPr/>
        <p:txBody>
          <a:bodyPr>
            <a:normAutofit fontScale="92500"/>
          </a:bodyPr>
          <a:lstStyle/>
          <a:p>
            <a:r>
              <a:rPr lang="en-US"/>
              <a:t>Descriptive: What happened?</a:t>
            </a:r>
            <a:endParaRPr lang="en-US"/>
          </a:p>
          <a:p>
            <a:pPr lvl="1"/>
            <a:r>
              <a:rPr lang="en-US"/>
              <a:t>Variasi, sentimen pada media sosial,  statistik diskriptif</a:t>
            </a:r>
            <a:endParaRPr lang="en-US"/>
          </a:p>
          <a:p>
            <a:r>
              <a:rPr lang="en-US"/>
              <a:t>Diagnostic: Why did this happen?</a:t>
            </a:r>
            <a:endParaRPr lang="en-US"/>
          </a:p>
          <a:p>
            <a:pPr lvl="1"/>
            <a:r>
              <a:rPr lang="en-US"/>
              <a:t> Hubungan sebab akibat,analisa regresi</a:t>
            </a:r>
            <a:endParaRPr lang="en-US"/>
          </a:p>
          <a:p>
            <a:pPr>
              <a:buFont typeface="Wingdings" panose="05000000000000000000" pitchFamily="2" charset="2"/>
              <a:buChar char="§"/>
            </a:pPr>
            <a:r>
              <a:rPr lang="en-US"/>
              <a:t>Predictive:What might happen in the future?</a:t>
            </a:r>
            <a:endParaRPr lang="en-US"/>
          </a:p>
          <a:p>
            <a:pPr lvl="1">
              <a:buFont typeface="Wingdings" panose="05000000000000000000" pitchFamily="2" charset="2"/>
              <a:buChar char="§"/>
            </a:pPr>
            <a:r>
              <a:rPr lang="en-US"/>
              <a:t>forecasting</a:t>
            </a:r>
            <a:endParaRPr lang="en-US"/>
          </a:p>
          <a:p>
            <a:r>
              <a:rPr lang="en-US"/>
              <a:t>Prescriptive: What should we do next?</a:t>
            </a:r>
            <a:endParaRPr lang="en-US"/>
          </a:p>
          <a:p>
            <a:pPr lvl="1"/>
            <a:r>
              <a:rPr lang="en-US"/>
              <a:t>Menggunakan algoritma machine learning untuk  sistem rekomendasi,  pembuatan keputusan</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Skill yang dibutuhkan</a:t>
            </a:r>
            <a:endParaRPr lang="en-US"/>
          </a:p>
        </p:txBody>
      </p:sp>
      <p:sp>
        <p:nvSpPr>
          <p:cNvPr id="3" name="Content Placeholder 2"/>
          <p:cNvSpPr>
            <a:spLocks noGrp="1"/>
          </p:cNvSpPr>
          <p:nvPr>
            <p:ph idx="1"/>
          </p:nvPr>
        </p:nvSpPr>
        <p:spPr/>
        <p:txBody>
          <a:bodyPr/>
          <a:lstStyle/>
          <a:p>
            <a:r>
              <a:rPr lang="en-US"/>
              <a:t>Machine Learning : dasar untuk sains data</a:t>
            </a:r>
            <a:endParaRPr lang="en-US"/>
          </a:p>
          <a:p>
            <a:r>
              <a:rPr lang="en-US"/>
              <a:t>Modelling :  memilih algorithma dan model yan sesuai dengan masalah yang dipecahkan</a:t>
            </a:r>
            <a:endParaRPr lang="en-US"/>
          </a:p>
          <a:p>
            <a:r>
              <a:rPr lang="en-US"/>
              <a:t>Statistics</a:t>
            </a:r>
            <a:endParaRPr lang="en-US"/>
          </a:p>
          <a:p>
            <a:r>
              <a:rPr lang="en-US"/>
              <a:t>Programming : Python dan R </a:t>
            </a:r>
            <a:endParaRPr lang="en-US"/>
          </a:p>
          <a:p>
            <a:r>
              <a:rPr lang="en-US"/>
              <a:t>Database : kemampuan untuk mengatur dan mendapatkan data dari sumber data</a:t>
            </a:r>
            <a:endParaRPr lang="en-US"/>
          </a:p>
          <a:p>
            <a:endParaRPr lang="en-US"/>
          </a:p>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Komunitas Sains Data </a:t>
            </a:r>
            <a:endParaRPr lang="en-US"/>
          </a:p>
        </p:txBody>
      </p:sp>
      <p:sp>
        <p:nvSpPr>
          <p:cNvPr id="3" name="Content Placeholder 2"/>
          <p:cNvSpPr>
            <a:spLocks noGrp="1"/>
          </p:cNvSpPr>
          <p:nvPr>
            <p:ph idx="1"/>
          </p:nvPr>
        </p:nvSpPr>
        <p:spPr/>
        <p:style>
          <a:lnRef idx="1">
            <a:schemeClr val="accent1"/>
          </a:lnRef>
          <a:fillRef idx="2">
            <a:schemeClr val="accent1"/>
          </a:fillRef>
          <a:effectRef idx="1">
            <a:schemeClr val="accent1"/>
          </a:effectRef>
          <a:fontRef idx="minor">
            <a:schemeClr val="dk1"/>
          </a:fontRef>
        </p:style>
        <p:txBody>
          <a:bodyPr/>
          <a:lstStyle/>
          <a:p>
            <a:r>
              <a:rPr lang="en-US">
                <a:hlinkClick r:id="rId1"/>
              </a:rPr>
              <a:t>https://linktr.ee/datascienceindo</a:t>
            </a:r>
            <a:endParaRPr lang="en-US"/>
          </a:p>
          <a:p>
            <a:r>
              <a:rPr lang="en-US">
                <a:hlinkClick r:id="rId2"/>
              </a:rPr>
              <a:t>https://datascience.or.id</a:t>
            </a:r>
            <a:endParaRPr lang="en-US"/>
          </a:p>
          <a:p>
            <a:r>
              <a:rPr lang="en-US">
                <a:hlinkClick r:id="rId3"/>
              </a:rPr>
              <a:t>https://web.facebook.com/datascienceindo?_rdc=1&amp;_rdr</a:t>
            </a:r>
            <a:endParaRPr lang="en-US"/>
          </a:p>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Kurikulum Sains Data</a:t>
            </a:r>
            <a:endParaRPr lang="en-US"/>
          </a:p>
        </p:txBody>
      </p:sp>
      <p:sp>
        <p:nvSpPr>
          <p:cNvPr id="3" name="Content Placeholder 2"/>
          <p:cNvSpPr>
            <a:spLocks noGrp="1"/>
          </p:cNvSpPr>
          <p:nvPr>
            <p:ph idx="1"/>
          </p:nvPr>
        </p:nvSpPr>
        <p:spPr/>
        <p:style>
          <a:lnRef idx="1">
            <a:schemeClr val="accent1"/>
          </a:lnRef>
          <a:fillRef idx="2">
            <a:schemeClr val="accent1"/>
          </a:fillRef>
          <a:effectRef idx="1">
            <a:schemeClr val="accent1"/>
          </a:effectRef>
          <a:fontRef idx="minor">
            <a:schemeClr val="dk1"/>
          </a:fontRef>
        </p:style>
        <p:txBody>
          <a:bodyPr/>
          <a:lstStyle/>
          <a:p>
            <a:r>
              <a:rPr lang="en-US">
                <a:hlinkClick r:id="rId1"/>
              </a:rPr>
              <a:t>https://dsi-data-curriculum.gitbook.io/ds-curriculum/</a:t>
            </a:r>
            <a:endParaRPr lang="en-US"/>
          </a:p>
          <a:p>
            <a:r>
              <a:rPr lang="en-US">
                <a:hlinkClick r:id="rId2"/>
              </a:rPr>
              <a:t>https://pll.harvard.edu/subject/data-science</a:t>
            </a:r>
            <a:endParaRPr lang="en-US"/>
          </a:p>
          <a:p>
            <a:r>
              <a:rPr lang="en-US"/>
              <a:t>Mbah Google.com</a:t>
            </a:r>
            <a:endParaRPr lang="en-US"/>
          </a:p>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Metodology Sains Data</a:t>
            </a:r>
            <a:endParaRPr lang="en-US"/>
          </a:p>
        </p:txBody>
      </p:sp>
      <p:sp>
        <p:nvSpPr>
          <p:cNvPr id="3" name="Content Placeholder 2"/>
          <p:cNvSpPr>
            <a:spLocks noGrp="1"/>
          </p:cNvSpPr>
          <p:nvPr>
            <p:ph idx="1"/>
          </p:nvPr>
        </p:nvSpPr>
        <p:spPr/>
        <p:txBody>
          <a:bodyPr/>
          <a:lstStyle/>
          <a:p>
            <a:r>
              <a:rPr lang="en-US"/>
              <a:t>Waterfall</a:t>
            </a:r>
            <a:endParaRPr lang="en-US"/>
          </a:p>
          <a:p>
            <a:r>
              <a:rPr lang="en-US"/>
              <a:t>KDD</a:t>
            </a:r>
            <a:endParaRPr lang="en-US"/>
          </a:p>
          <a:p>
            <a:r>
              <a:rPr lang="en-US"/>
              <a:t>SEMMA</a:t>
            </a:r>
            <a:endParaRPr lang="en-US"/>
          </a:p>
          <a:p>
            <a:r>
              <a:rPr lang="en-US" b="1">
                <a:solidFill>
                  <a:srgbClr val="FF0000"/>
                </a:solidFill>
              </a:rPr>
              <a:t>CRISP-DM</a:t>
            </a:r>
            <a:endParaRPr lang="en-US" b="1">
              <a:solidFill>
                <a:srgbClr val="FF0000"/>
              </a:solidFill>
            </a:endParaRPr>
          </a:p>
          <a:p>
            <a:r>
              <a:rPr lang="en-US"/>
              <a:t>TSDP</a:t>
            </a:r>
            <a:endParaRPr lang="en-US"/>
          </a:p>
          <a:p>
            <a:r>
              <a:rPr lang="en-US"/>
              <a:t>Domino</a:t>
            </a:r>
            <a:endParaRPr lang="en-US"/>
          </a:p>
          <a:p>
            <a:r>
              <a:rPr lang="en-US"/>
              <a:t>Pendekatan lain</a:t>
            </a:r>
            <a:endParaRPr lang="en-US"/>
          </a:p>
          <a:p>
            <a:endParaRPr lang="en-US"/>
          </a:p>
          <a:p>
            <a:endParaRPr lang="en-US"/>
          </a:p>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0000"/>
                </a:solidFill>
              </a:rPr>
              <a:t>CRISP-DM </a:t>
            </a:r>
            <a:endParaRPr lang="en-US" b="1">
              <a:solidFill>
                <a:srgbClr val="FF0000"/>
              </a:solidFill>
            </a:endParaRPr>
          </a:p>
        </p:txBody>
      </p:sp>
      <p:pic>
        <p:nvPicPr>
          <p:cNvPr id="1026" name="Picture 2" descr="https://mulaab.github.io/datascience/assets/images/crisp.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1219200"/>
            <a:ext cx="5486400" cy="4800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04800" y="6211669"/>
            <a:ext cx="7660046" cy="646331"/>
          </a:xfrm>
          <a:prstGeom prst="rect">
            <a:avLst/>
          </a:prstGeom>
          <a:noFill/>
        </p:spPr>
        <p:txBody>
          <a:bodyPr wrap="none" rtlCol="0">
            <a:spAutoFit/>
          </a:bodyPr>
          <a:lstStyle/>
          <a:p>
            <a:r>
              <a:rPr lang="en-US"/>
              <a:t>Hand, D., Mannila, H., Smyth, P., 2001. Principles of Data Mining. The MIT Press:</a:t>
            </a:r>
            <a:endParaRPr lang="en-US"/>
          </a:p>
          <a:p>
            <a:r>
              <a:rPr lang="en-US"/>
              <a:t> A Bradford Book, Cambridge, MA/London</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Tahapan CRISP-DM</a:t>
            </a:r>
            <a:endParaRPr lang="en-US"/>
          </a:p>
        </p:txBody>
      </p:sp>
      <p:sp>
        <p:nvSpPr>
          <p:cNvPr id="3" name="Content Placeholder 2"/>
          <p:cNvSpPr>
            <a:spLocks noGrp="1"/>
          </p:cNvSpPr>
          <p:nvPr>
            <p:ph idx="1"/>
          </p:nvPr>
        </p:nvSpPr>
        <p:spPr/>
        <p:txBody>
          <a:bodyPr/>
          <a:lstStyle/>
          <a:p>
            <a:r>
              <a:rPr lang="en-US"/>
              <a:t>Bussiness Understanding</a:t>
            </a:r>
            <a:endParaRPr lang="en-US"/>
          </a:p>
          <a:p>
            <a:r>
              <a:rPr lang="en-US"/>
              <a:t>Data understanding</a:t>
            </a:r>
            <a:endParaRPr lang="en-US"/>
          </a:p>
          <a:p>
            <a:r>
              <a:rPr lang="en-US"/>
              <a:t>Data Preprocessing</a:t>
            </a:r>
            <a:endParaRPr lang="en-US"/>
          </a:p>
          <a:p>
            <a:r>
              <a:rPr lang="en-US"/>
              <a:t>Modelling</a:t>
            </a:r>
            <a:endParaRPr lang="en-US"/>
          </a:p>
          <a:p>
            <a:r>
              <a:rPr lang="en-US"/>
              <a:t>Evaluation</a:t>
            </a:r>
            <a:endParaRPr lang="en-US"/>
          </a:p>
          <a:p>
            <a:r>
              <a:rPr lang="en-US"/>
              <a:t>Deployment</a:t>
            </a:r>
            <a:endParaRPr lang="en-US"/>
          </a:p>
          <a:p>
            <a:endParaRPr lang="en-US"/>
          </a:p>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Bussiness Understanding</a:t>
            </a:r>
            <a:endParaRPr lang="en-US"/>
          </a:p>
        </p:txBody>
      </p:sp>
      <p:sp>
        <p:nvSpPr>
          <p:cNvPr id="3" name="Content Placeholder 2"/>
          <p:cNvSpPr>
            <a:spLocks noGrp="1"/>
          </p:cNvSpPr>
          <p:nvPr>
            <p:ph idx="1"/>
          </p:nvPr>
        </p:nvSpPr>
        <p:spPr/>
        <p:txBody>
          <a:bodyPr/>
          <a:lstStyle/>
          <a:p>
            <a:r>
              <a:rPr lang="en-US" b="1"/>
              <a:t>Menentukan Tujuan Bisnis</a:t>
            </a:r>
            <a:endParaRPr lang="en-US" b="1"/>
          </a:p>
          <a:p>
            <a:r>
              <a:rPr lang="en-US" b="1"/>
              <a:t>Membuat Rencana Proyek</a:t>
            </a:r>
            <a:endParaRPr lang="en-US" b="1"/>
          </a:p>
          <a:p>
            <a:r>
              <a:rPr lang="en-US" b="1"/>
              <a:t>Menilai situasi dan kondisi</a:t>
            </a:r>
            <a:endParaRPr lang="en-US" b="1"/>
          </a:p>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Data understanding</a:t>
            </a:r>
            <a:endParaRPr lang="en-US"/>
          </a:p>
        </p:txBody>
      </p:sp>
      <p:sp>
        <p:nvSpPr>
          <p:cNvPr id="3" name="Content Placeholder 2"/>
          <p:cNvSpPr>
            <a:spLocks noGrp="1"/>
          </p:cNvSpPr>
          <p:nvPr>
            <p:ph idx="1"/>
          </p:nvPr>
        </p:nvSpPr>
        <p:spPr/>
        <p:txBody>
          <a:bodyPr/>
          <a:lstStyle/>
          <a:p>
            <a:r>
              <a:rPr lang="en-US" b="1"/>
              <a:t>Mengumpulkan data awal</a:t>
            </a:r>
            <a:endParaRPr lang="en-US" b="1"/>
          </a:p>
          <a:p>
            <a:r>
              <a:rPr lang="en-US" b="1"/>
              <a:t>Mendiskripsikan data</a:t>
            </a:r>
            <a:endParaRPr lang="en-US" b="1"/>
          </a:p>
          <a:p>
            <a:r>
              <a:rPr lang="en-US" b="1"/>
              <a:t>Ekplorasi data /Menyelidiki data</a:t>
            </a:r>
            <a:endParaRPr lang="en-US" b="1"/>
          </a:p>
          <a:p>
            <a:r>
              <a:rPr lang="en-US" b="1"/>
              <a:t>Verifikasi qualitas data</a:t>
            </a:r>
            <a:endParaRPr lang="en-US" b="1"/>
          </a:p>
          <a:p>
            <a:endParaRPr lang="en-US" b="1"/>
          </a:p>
          <a:p>
            <a:endParaRPr lang="en-US" b="1"/>
          </a:p>
          <a:p>
            <a:endParaRPr lang="en-US"/>
          </a:p>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Data preprocessing</a:t>
            </a:r>
            <a:endParaRPr lang="en-US"/>
          </a:p>
        </p:txBody>
      </p:sp>
      <p:sp>
        <p:nvSpPr>
          <p:cNvPr id="3" name="Content Placeholder 2"/>
          <p:cNvSpPr>
            <a:spLocks noGrp="1"/>
          </p:cNvSpPr>
          <p:nvPr>
            <p:ph idx="1"/>
          </p:nvPr>
        </p:nvSpPr>
        <p:spPr/>
        <p:txBody>
          <a:bodyPr/>
          <a:lstStyle/>
          <a:p>
            <a:r>
              <a:rPr lang="en-US" b="1"/>
              <a:t>Integrasi data</a:t>
            </a:r>
            <a:endParaRPr lang="en-US" b="1"/>
          </a:p>
          <a:p>
            <a:r>
              <a:rPr lang="en-US" b="1"/>
              <a:t>Memilih data ( Select data)</a:t>
            </a:r>
            <a:endParaRPr lang="en-US" b="1"/>
          </a:p>
          <a:p>
            <a:r>
              <a:rPr lang="en-US" b="1"/>
              <a:t>Membersihkan data ( Clean data)</a:t>
            </a:r>
            <a:endParaRPr lang="en-US" b="1"/>
          </a:p>
          <a:p>
            <a:r>
              <a:rPr lang="en-US"/>
              <a:t>Transformasi Data</a:t>
            </a:r>
            <a:endParaRPr lang="en-US"/>
          </a:p>
          <a:p>
            <a:r>
              <a:rPr lang="en-US"/>
              <a:t>Rekayasa data</a:t>
            </a:r>
            <a:endParaRPr lang="en-US"/>
          </a:p>
          <a:p>
            <a:endParaRPr lang="en-US"/>
          </a:p>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Modelling</a:t>
            </a:r>
            <a:endParaRPr lang="en-US"/>
          </a:p>
        </p:txBody>
      </p:sp>
      <p:sp>
        <p:nvSpPr>
          <p:cNvPr id="3" name="Content Placeholder 2"/>
          <p:cNvSpPr>
            <a:spLocks noGrp="1"/>
          </p:cNvSpPr>
          <p:nvPr>
            <p:ph idx="1"/>
          </p:nvPr>
        </p:nvSpPr>
        <p:spPr/>
        <p:txBody>
          <a:bodyPr>
            <a:normAutofit fontScale="92500" lnSpcReduction="20000"/>
          </a:bodyPr>
          <a:lstStyle/>
          <a:p>
            <a:r>
              <a:rPr lang="en-US"/>
              <a:t>Pada tahapan ini membangun suatu model dari data yang diperoleh dari langkah sebelumnya untuk menjawab pertanyaan kebutuhan bisnis dengan berbagai macam metode. Beberapa metode yang dapat digunakan adalah metode statistik, pembelajaran mesin, riset operasi dan sebagainya. </a:t>
            </a:r>
            <a:endParaRPr lang="en-US"/>
          </a:p>
          <a:p>
            <a:r>
              <a:rPr lang="en-US"/>
              <a:t>Dalam melakukan pemodelan data beberapa hal yang dilakukan adalah memilih variabel model, menjalankan model, dan mendiagnosa, optimasi model</a:t>
            </a:r>
            <a:endParaRPr lang="en-US"/>
          </a:p>
          <a:p>
            <a:pPr marL="457200" lvl="1" indent="0">
              <a:buNone/>
            </a:pP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Evaluation</a:t>
            </a:r>
            <a:endParaRPr lang="en-US"/>
          </a:p>
        </p:txBody>
      </p:sp>
      <p:sp>
        <p:nvSpPr>
          <p:cNvPr id="3" name="Content Placeholder 2"/>
          <p:cNvSpPr>
            <a:spLocks noGrp="1"/>
          </p:cNvSpPr>
          <p:nvPr>
            <p:ph idx="1"/>
          </p:nvPr>
        </p:nvSpPr>
        <p:spPr/>
        <p:txBody>
          <a:bodyPr>
            <a:normAutofit fontScale="77500" lnSpcReduction="20000"/>
          </a:bodyPr>
          <a:lstStyle/>
          <a:p>
            <a:r>
              <a:rPr lang="en-US"/>
              <a:t>Evaluasi model adalah proses menggunakan ukuran evaluasi memahami kinerja model pembelajaran mesin, serta kekuatan dan kelemahannya. </a:t>
            </a:r>
            <a:endParaRPr lang="en-US"/>
          </a:p>
          <a:p>
            <a:pPr lvl="1"/>
            <a:r>
              <a:rPr lang="en-US"/>
              <a:t>Klasifikasi :	</a:t>
            </a:r>
            <a:endParaRPr lang="en-US"/>
          </a:p>
          <a:p>
            <a:pPr lvl="2"/>
            <a:r>
              <a:rPr lang="en-US"/>
              <a:t>Akurasi</a:t>
            </a:r>
            <a:endParaRPr lang="en-US"/>
          </a:p>
          <a:p>
            <a:pPr lvl="2"/>
            <a:r>
              <a:rPr lang="en-US"/>
              <a:t>Recall</a:t>
            </a:r>
            <a:endParaRPr lang="en-US"/>
          </a:p>
          <a:p>
            <a:pPr lvl="2"/>
            <a:r>
              <a:rPr lang="en-US"/>
              <a:t>Precision</a:t>
            </a:r>
            <a:endParaRPr lang="en-US"/>
          </a:p>
          <a:p>
            <a:pPr lvl="2"/>
            <a:r>
              <a:rPr lang="en-US"/>
              <a:t>ROC</a:t>
            </a:r>
            <a:endParaRPr lang="en-US"/>
          </a:p>
          <a:p>
            <a:pPr lvl="2"/>
            <a:r>
              <a:rPr lang="en-US"/>
              <a:t>Dll</a:t>
            </a:r>
            <a:endParaRPr lang="en-US"/>
          </a:p>
          <a:p>
            <a:pPr lvl="1"/>
            <a:r>
              <a:rPr lang="en-US"/>
              <a:t>Clustering:</a:t>
            </a:r>
            <a:endParaRPr lang="en-US"/>
          </a:p>
          <a:p>
            <a:pPr lvl="2"/>
            <a:r>
              <a:rPr lang="en-US"/>
              <a:t>Internal validation ( Silhoeten coefisien)</a:t>
            </a:r>
            <a:endParaRPr lang="en-US"/>
          </a:p>
          <a:p>
            <a:pPr lvl="2"/>
            <a:r>
              <a:rPr lang="en-US"/>
              <a:t>External validation (Jika ada groudtruth)</a:t>
            </a:r>
            <a:endParaRPr lang="en-US"/>
          </a:p>
          <a:p>
            <a:pPr lvl="1"/>
            <a:r>
              <a:rPr lang="en-US"/>
              <a:t>Peramalan</a:t>
            </a:r>
            <a:endParaRPr lang="en-US"/>
          </a:p>
          <a:p>
            <a:pPr lvl="2"/>
            <a:r>
              <a:rPr lang="en-US"/>
              <a:t>MSE, RMSE, MAPE</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Deployment</a:t>
            </a:r>
            <a:br>
              <a:rPr lang="en-US"/>
            </a:br>
            <a:endParaRPr lang="en-US"/>
          </a:p>
        </p:txBody>
      </p:sp>
      <p:sp>
        <p:nvSpPr>
          <p:cNvPr id="3" name="Content Placeholder 2"/>
          <p:cNvSpPr>
            <a:spLocks noGrp="1"/>
          </p:cNvSpPr>
          <p:nvPr>
            <p:ph idx="1"/>
          </p:nvPr>
        </p:nvSpPr>
        <p:spPr/>
        <p:txBody>
          <a:bodyPr>
            <a:normAutofit/>
          </a:bodyPr>
          <a:lstStyle/>
          <a:p>
            <a:pPr algn="just"/>
            <a:r>
              <a:rPr lang="en-US"/>
              <a:t>Mengubah model dari eksperimen atau prototipe menjadi </a:t>
            </a:r>
            <a:r>
              <a:rPr lang="en-US" b="1"/>
              <a:t>solusi yang aktif dan dapat digunakan secara praktis</a:t>
            </a:r>
            <a:r>
              <a:rPr lang="en-US"/>
              <a:t>.</a:t>
            </a:r>
            <a:endParaRPr lang="en-US"/>
          </a:p>
          <a:p>
            <a:pPr algn="just"/>
            <a:r>
              <a:rPr lang="en-US"/>
              <a:t>Tujuan </a:t>
            </a:r>
            <a:endParaRPr lang="en-US"/>
          </a:p>
          <a:p>
            <a:pPr lvl="1" algn="just"/>
            <a:r>
              <a:rPr lang="en-US" altLang="en-US" sz="2000">
                <a:latin typeface="Arial" panose="020B0604020202020204" pitchFamily="34" charset="0"/>
              </a:rPr>
              <a:t>Mewujudkan nilai bisnis dari model machine learning. </a:t>
            </a:r>
            <a:endParaRPr lang="en-US" altLang="en-US" sz="2000">
              <a:latin typeface="Arial" panose="020B0604020202020204" pitchFamily="34" charset="0"/>
            </a:endParaRPr>
          </a:p>
          <a:p>
            <a:pPr lvl="1" algn="just"/>
            <a:r>
              <a:rPr lang="en-US" altLang="en-US" sz="2000">
                <a:latin typeface="Arial" panose="020B0604020202020204" pitchFamily="34" charset="0"/>
              </a:rPr>
              <a:t>Memungkinkan pengguna (internal/eksternal) mengakses hasil prediksi secara real-time atau batch</a:t>
            </a:r>
            <a:endParaRPr lang="en-US" altLang="en-US" sz="2000">
              <a:latin typeface="Arial" panose="020B0604020202020204" pitchFamily="34" charset="0"/>
            </a:endParaRPr>
          </a:p>
          <a:p>
            <a:pPr lvl="1" algn="just"/>
            <a:r>
              <a:rPr lang="en-US" altLang="en-US" sz="2000">
                <a:latin typeface="Arial" panose="020B0604020202020204" pitchFamily="34" charset="0"/>
              </a:rPr>
              <a:t>Mengintegrasikan model ke dalam sistem operasional perusahaan (seperti CRM, ERP, aplikasi web, dll). </a:t>
            </a:r>
            <a:endParaRPr lang="en-US" altLang="en-US" sz="2000">
              <a:latin typeface="Arial" panose="020B0604020202020204" pitchFamily="34" charset="0"/>
            </a:endParaRPr>
          </a:p>
          <a:p>
            <a:pPr lvl="1" algn="just"/>
            <a:r>
              <a:rPr lang="en-US" altLang="en-US" sz="2000">
                <a:latin typeface="Arial" panose="020B0604020202020204" pitchFamily="34" charset="0"/>
              </a:rPr>
              <a:t>Memastikan model berjalan stabil, aman, dan dapat diskalakan</a:t>
            </a:r>
            <a:endParaRPr lang="en-US" sz="2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Kebutuhan Sain Data (Minggu depan dicek tool berikut: </a:t>
            </a:r>
            <a:r>
              <a:rPr lang="en-US">
                <a:highlight>
                  <a:srgbClr val="FF00FF"/>
                </a:highlight>
              </a:rPr>
              <a:t>tidak install dikeluarkan dari kelas !</a:t>
            </a:r>
            <a:endParaRPr lang="en-US">
              <a:highlight>
                <a:srgbClr val="FF00FF"/>
              </a:highlight>
            </a:endParaRPr>
          </a:p>
        </p:txBody>
      </p:sp>
      <p:sp>
        <p:nvSpPr>
          <p:cNvPr id="3" name="Content Placeholder 2"/>
          <p:cNvSpPr>
            <a:spLocks noGrp="1"/>
          </p:cNvSpPr>
          <p:nvPr>
            <p:ph idx="1"/>
          </p:nvPr>
        </p:nvSpPr>
        <p:spPr/>
        <p:txBody>
          <a:bodyPr>
            <a:normAutofit fontScale="92500" lnSpcReduction="20000"/>
          </a:bodyPr>
          <a:lstStyle/>
          <a:p>
            <a:r>
              <a:rPr lang="en-US"/>
              <a:t>Tools EDA : Power BI, Exploratory</a:t>
            </a:r>
            <a:endParaRPr lang="en-US"/>
          </a:p>
          <a:p>
            <a:endParaRPr lang="en-US"/>
          </a:p>
          <a:p>
            <a:endParaRPr lang="en-US"/>
          </a:p>
          <a:p>
            <a:endParaRPr lang="en-US"/>
          </a:p>
          <a:p>
            <a:endParaRPr lang="en-US"/>
          </a:p>
          <a:p>
            <a:endParaRPr lang="en-US"/>
          </a:p>
          <a:p>
            <a:endParaRPr lang="en-US"/>
          </a:p>
          <a:p>
            <a:r>
              <a:rPr lang="en-US"/>
              <a:t>Languange : Python</a:t>
            </a:r>
            <a:endParaRPr lang="en-US"/>
          </a:p>
          <a:p>
            <a:r>
              <a:rPr lang="en-US"/>
              <a:t>Jupyter Book  : Reporting : </a:t>
            </a:r>
            <a:r>
              <a:rPr lang="en-US">
                <a:hlinkClick r:id="rId1"/>
              </a:rPr>
              <a:t>https://jupyterbook.org/en/stable/intro.html</a:t>
            </a:r>
            <a:endParaRPr lang="en-US"/>
          </a:p>
          <a:p>
            <a:endParaRPr lang="en-US"/>
          </a:p>
          <a:p>
            <a:endParaRPr lang="en-US"/>
          </a:p>
        </p:txBody>
      </p:sp>
      <p:graphicFrame>
        <p:nvGraphicFramePr>
          <p:cNvPr id="4" name="Table 3"/>
          <p:cNvGraphicFramePr>
            <a:graphicFrameLocks noGrp="1"/>
          </p:cNvGraphicFramePr>
          <p:nvPr/>
        </p:nvGraphicFramePr>
        <p:xfrm>
          <a:off x="838200" y="2362200"/>
          <a:ext cx="6096000" cy="2011680"/>
        </p:xfrm>
        <a:graphic>
          <a:graphicData uri="http://schemas.openxmlformats.org/drawingml/2006/table">
            <a:tbl>
              <a:tblPr firstRow="1" bandRow="1">
                <a:tableStyleId>{5C22544A-7EE6-4342-B048-85BDC9FD1C3A}</a:tableStyleId>
              </a:tblPr>
              <a:tblGrid>
                <a:gridCol w="6096000"/>
              </a:tblGrid>
              <a:tr h="370840">
                <a:tc>
                  <a:txBody>
                    <a:bodyPr/>
                    <a:lstStyle/>
                    <a:p>
                      <a:r>
                        <a:rPr lang="en-US"/>
                        <a:t>Exploratory : </a:t>
                      </a:r>
                      <a:r>
                        <a:rPr lang="en-US">
                          <a:hlinkClick r:id="rId2"/>
                        </a:rPr>
                        <a:t>https://exploratory.io/</a:t>
                      </a:r>
                      <a:endParaRPr lang="en-US"/>
                    </a:p>
                    <a:p>
                      <a:r>
                        <a:rPr lang="en-US"/>
                        <a:t>Power BI : </a:t>
                      </a:r>
                      <a:r>
                        <a:rPr lang="en-US">
                          <a:hlinkClick r:id="rId3"/>
                        </a:rPr>
                        <a:t>https://www.microsoft.com/en-us/power-platform/products/power-bi/downloads</a:t>
                      </a:r>
                      <a:endParaRPr lang="en-US"/>
                    </a:p>
                    <a:p>
                      <a:r>
                        <a:rPr lang="en-US"/>
                        <a:t>Orange Data Mining : </a:t>
                      </a:r>
                      <a:r>
                        <a:rPr lang="en-US">
                          <a:hlinkClick r:id="rId4"/>
                        </a:rPr>
                        <a:t>https://orangedatamining.com/download/</a:t>
                      </a:r>
                      <a:endParaRPr lang="en-US"/>
                    </a:p>
                    <a:p>
                      <a:r>
                        <a:rPr lang="en-US"/>
                        <a:t>Sudah mempunya web statis :</a:t>
                      </a:r>
                      <a:endParaRPr lang="en-US"/>
                    </a:p>
                    <a:p>
                      <a:endParaRPr lang="en-US"/>
                    </a:p>
                  </a:txBody>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1"/>
          <a:stretch>
            <a:fillRect/>
          </a:stretch>
        </p:blipFill>
        <p:spPr>
          <a:xfrm>
            <a:off x="419986" y="1256802"/>
            <a:ext cx="5229428" cy="2610516"/>
          </a:xfrm>
          <a:prstGeom prst="rect">
            <a:avLst/>
          </a:prstGeom>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200400"/>
            <a:ext cx="4565867" cy="325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p:cNvPicPr>
          <p:nvPr/>
        </p:nvPicPr>
        <p:blipFill>
          <a:blip r:embed="rId3"/>
          <a:stretch>
            <a:fillRect/>
          </a:stretch>
        </p:blipFill>
        <p:spPr>
          <a:xfrm>
            <a:off x="4191000" y="1379058"/>
            <a:ext cx="4635807" cy="2366004"/>
          </a:xfrm>
          <a:prstGeom prst="rect">
            <a:avLst/>
          </a:prstGeom>
        </p:spPr>
      </p:pic>
      <p:sp>
        <p:nvSpPr>
          <p:cNvPr id="8" name="Rectangle 7"/>
          <p:cNvSpPr/>
          <p:nvPr/>
        </p:nvSpPr>
        <p:spPr>
          <a:xfrm>
            <a:off x="489098" y="2119685"/>
            <a:ext cx="2675541" cy="923330"/>
          </a:xfrm>
          <a:prstGeom prst="rect">
            <a:avLst/>
          </a:prstGeom>
          <a:noFill/>
        </p:spPr>
        <p:txBody>
          <a:bodyPr wrap="none" lIns="91440" tIns="45720" rIns="91440" bIns="45720">
            <a:spAutoFit/>
          </a:bodyPr>
          <a:lstStyle/>
          <a:p>
            <a:pPr algn="ctr"/>
            <a:r>
              <a:rPr lang="en-US" sz="5400" b="0" cap="none" spc="0">
                <a:ln w="0"/>
                <a:solidFill>
                  <a:schemeClr val="accent1"/>
                </a:solidFill>
                <a:effectLst>
                  <a:outerShdw blurRad="38100" dist="25400" dir="5400000" algn="ctr" rotWithShape="0">
                    <a:srgbClr val="6E747A">
                      <a:alpha val="43000"/>
                    </a:srgbClr>
                  </a:outerShdw>
                </a:effectLst>
              </a:rPr>
              <a:t>Power BI</a:t>
            </a:r>
            <a:endParaRPr lang="en-US" sz="5400"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p:nvSpPr>
        <p:spPr>
          <a:xfrm>
            <a:off x="4584405" y="1938137"/>
            <a:ext cx="3504806" cy="923330"/>
          </a:xfrm>
          <a:prstGeom prst="rect">
            <a:avLst/>
          </a:prstGeom>
          <a:noFill/>
        </p:spPr>
        <p:txBody>
          <a:bodyPr wrap="none" lIns="91440" tIns="45720" rIns="91440" bIns="45720">
            <a:spAutoFit/>
          </a:bodyPr>
          <a:lstStyle/>
          <a:p>
            <a:pPr algn="ctr"/>
            <a:r>
              <a:rPr lang="en-US" sz="5400" b="1" cap="none" spc="0">
                <a:ln w="22225">
                  <a:solidFill>
                    <a:schemeClr val="accent2"/>
                  </a:solidFill>
                  <a:prstDash val="solid"/>
                </a:ln>
                <a:solidFill>
                  <a:schemeClr val="accent2">
                    <a:lumMod val="40000"/>
                    <a:lumOff val="60000"/>
                  </a:schemeClr>
                </a:solidFill>
                <a:effectLst/>
              </a:rPr>
              <a:t>Exploratory</a:t>
            </a:r>
            <a:endParaRPr lang="en-US" sz="5400" b="1" cap="none" spc="0">
              <a:ln w="22225">
                <a:solidFill>
                  <a:schemeClr val="accent2"/>
                </a:solidFill>
                <a:prstDash val="solid"/>
              </a:ln>
              <a:solidFill>
                <a:schemeClr val="accent2">
                  <a:lumMod val="40000"/>
                  <a:lumOff val="60000"/>
                </a:schemeClr>
              </a:solidFill>
              <a:effectLst/>
            </a:endParaRPr>
          </a:p>
        </p:txBody>
      </p:sp>
      <p:sp>
        <p:nvSpPr>
          <p:cNvPr id="10" name="Rectangle 9"/>
          <p:cNvSpPr/>
          <p:nvPr/>
        </p:nvSpPr>
        <p:spPr>
          <a:xfrm>
            <a:off x="1952704" y="4048408"/>
            <a:ext cx="2423869"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a:solidFill>
                  <a:schemeClr val="accent3"/>
                </a:solidFill>
                <a:effectLst/>
              </a:rPr>
              <a:t>Orange </a:t>
            </a:r>
            <a:endParaRPr lang="en-US" sz="5400" b="1" cap="none" spc="0">
              <a:solidFill>
                <a:schemeClr val="accent3"/>
              </a:solidFill>
              <a:effectLs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Web Statis :</a:t>
            </a:r>
            <a:endParaRPr lang="en-US"/>
          </a:p>
        </p:txBody>
      </p:sp>
      <p:pic>
        <p:nvPicPr>
          <p:cNvPr id="5" name="Picture 4"/>
          <p:cNvPicPr>
            <a:picLocks noChangeAspect="1"/>
          </p:cNvPicPr>
          <p:nvPr/>
        </p:nvPicPr>
        <p:blipFill>
          <a:blip r:embed="rId1"/>
          <a:stretch>
            <a:fillRect/>
          </a:stretch>
        </p:blipFill>
        <p:spPr>
          <a:xfrm>
            <a:off x="457200" y="1374058"/>
            <a:ext cx="8153400" cy="3883742"/>
          </a:xfrm>
          <a:prstGeom prst="rect">
            <a:avLst/>
          </a:prstGeom>
        </p:spPr>
      </p:pic>
      <p:sp>
        <p:nvSpPr>
          <p:cNvPr id="6" name="Rectangle 5"/>
          <p:cNvSpPr/>
          <p:nvPr/>
        </p:nvSpPr>
        <p:spPr>
          <a:xfrm>
            <a:off x="762000" y="1828800"/>
            <a:ext cx="914400" cy="228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Ringkasan</a:t>
            </a:r>
            <a:endParaRPr lang="en-US"/>
          </a:p>
        </p:txBody>
      </p:sp>
      <p:pic>
        <p:nvPicPr>
          <p:cNvPr id="2053"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524000" y="1295400"/>
            <a:ext cx="6159560" cy="459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667000"/>
            <a:ext cx="8229600" cy="1143000"/>
          </a:xfrm>
        </p:spPr>
        <p:style>
          <a:lnRef idx="1">
            <a:schemeClr val="accent5"/>
          </a:lnRef>
          <a:fillRef idx="3">
            <a:schemeClr val="accent5"/>
          </a:fillRef>
          <a:effectRef idx="2">
            <a:schemeClr val="accent5"/>
          </a:effectRef>
          <a:fontRef idx="minor">
            <a:schemeClr val="lt1"/>
          </a:fontRef>
        </p:style>
        <p:txBody>
          <a:bodyPr/>
          <a:lstStyle/>
          <a:p>
            <a:r>
              <a:rPr lang="en-US"/>
              <a:t>Alhamdulillah</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11438</Words>
  <Application>WPS Presentation</Application>
  <PresentationFormat>On-screen Show (4:3)</PresentationFormat>
  <Paragraphs>419</Paragraphs>
  <Slides>49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49</vt:i4>
      </vt:variant>
    </vt:vector>
  </HeadingPairs>
  <TitlesOfParts>
    <vt:vector size="56" baseType="lpstr">
      <vt:lpstr>Arial</vt:lpstr>
      <vt:lpstr>SimSun</vt:lpstr>
      <vt:lpstr>Wingdings</vt:lpstr>
      <vt:lpstr>Calibri</vt:lpstr>
      <vt:lpstr>Microsoft YaHei</vt:lpstr>
      <vt:lpstr>Arial Unicode MS</vt:lpstr>
      <vt:lpstr>Office Theme</vt:lpstr>
      <vt:lpstr>Pengantar Proyek Sain Data KONSEP DAN IMPLEMENTASI DATA SCIENCE UNTUK ANALISA BISNIS</vt:lpstr>
      <vt:lpstr>Kelas A</vt:lpstr>
      <vt:lpstr>Kelas B</vt:lpstr>
      <vt:lpstr>Ketentuan Kuliah PSD</vt:lpstr>
      <vt:lpstr>Kelas B</vt:lpstr>
      <vt:lpstr>Rencana Pembelajan Semester</vt:lpstr>
      <vt:lpstr>Capaian Pembelajaran Mata Kuliah</vt:lpstr>
      <vt:lpstr>Capaian Pembelajaran Mata Kuliah</vt:lpstr>
      <vt:lpstr>PowerPoint 演示文稿</vt:lpstr>
      <vt:lpstr>PowerPoint 演示文稿</vt:lpstr>
      <vt:lpstr>PowerPoint 演示文稿</vt:lpstr>
      <vt:lpstr>PowerPoint 演示文稿</vt:lpstr>
      <vt:lpstr>Pengertian dan Manfaat</vt:lpstr>
      <vt:lpstr>Manfaat Sains Data (Data Mining) </vt:lpstr>
      <vt:lpstr>Membantu dalam membuat keputusan bisnis</vt:lpstr>
      <vt:lpstr>Credit Risk Modeling </vt:lpstr>
      <vt:lpstr>Memahami pelanggan dan pasar</vt:lpstr>
      <vt:lpstr>Data Pelanggan</vt:lpstr>
      <vt:lpstr>Memperbaiki kualitas produk</vt:lpstr>
      <vt:lpstr>Meningkatkan layanan</vt:lpstr>
      <vt:lpstr>Meningkatkan layanan</vt:lpstr>
      <vt:lpstr>Memperbaiki proses bisnis</vt:lpstr>
      <vt:lpstr>Uses Cases</vt:lpstr>
      <vt:lpstr>Kolaborasi Manager  Proses Sains Data</vt:lpstr>
      <vt:lpstr>Tugas Data Scientist</vt:lpstr>
      <vt:lpstr>Karier Sains Data</vt:lpstr>
      <vt:lpstr>Data Scientist</vt:lpstr>
      <vt:lpstr>Data Scientist</vt:lpstr>
      <vt:lpstr>Data Scientist</vt:lpstr>
      <vt:lpstr>Data Scientist</vt:lpstr>
      <vt:lpstr>Data Scientist</vt:lpstr>
      <vt:lpstr>Data storyteller : data-driven </vt:lpstr>
      <vt:lpstr>Skill yang dibutuhkan</vt:lpstr>
      <vt:lpstr>Komunitas Sains Data </vt:lpstr>
      <vt:lpstr>Kurikulum Sains Data</vt:lpstr>
      <vt:lpstr>Metodology Sains Data</vt:lpstr>
      <vt:lpstr>CRISP-DM </vt:lpstr>
      <vt:lpstr>Tahapan CRISP-DM</vt:lpstr>
      <vt:lpstr>Bussiness Understanding</vt:lpstr>
      <vt:lpstr>Data understanding</vt:lpstr>
      <vt:lpstr>Data preprocessing</vt:lpstr>
      <vt:lpstr>Modelling</vt:lpstr>
      <vt:lpstr>Evaluation</vt:lpstr>
      <vt:lpstr>Deployment </vt:lpstr>
      <vt:lpstr>Kebutuhan Sain Data (Minggu depan dicek tool berikut: tidak install dikeluarkan dari kelas !</vt:lpstr>
      <vt:lpstr>PowerPoint 演示文稿</vt:lpstr>
      <vt:lpstr>Web Statis :</vt:lpstr>
      <vt:lpstr>Ringkasan</vt:lpstr>
      <vt:lpstr>Alhamdulillah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KONSEP DAN IMPLEMENTASI DATA SCIENCE</dc:title>
  <dc:creator>ana computer</dc:creator>
  <cp:lastModifiedBy>user</cp:lastModifiedBy>
  <cp:revision>118</cp:revision>
  <dcterms:created xsi:type="dcterms:W3CDTF">2022-10-05T06:01:00Z</dcterms:created>
  <dcterms:modified xsi:type="dcterms:W3CDTF">2026-08-24T00:11:04Z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22B1BA8205144CA8B4A46D0A9C1DC218_12</vt:lpwstr>
  </property>
  <property fmtid="{D5CDD505-2E9C-101B-9397-08002B2CF9AE}" pid="3" name="KSOProductBuildVer">
    <vt:lpwstr>1033-12.1.0.28032</vt:lpwstr>
  </property>
</Properties>
</file>